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  <p:sldMasterId id="2147483684" r:id="rId3"/>
  </p:sldMasterIdLst>
  <p:notesMasterIdLst>
    <p:notesMasterId r:id="rId16"/>
  </p:notesMasterIdLst>
  <p:sldIdLst>
    <p:sldId id="270" r:id="rId4"/>
    <p:sldId id="256" r:id="rId5"/>
    <p:sldId id="257" r:id="rId6"/>
    <p:sldId id="271" r:id="rId7"/>
    <p:sldId id="258" r:id="rId8"/>
    <p:sldId id="268" r:id="rId9"/>
    <p:sldId id="260" r:id="rId10"/>
    <p:sldId id="262" r:id="rId11"/>
    <p:sldId id="263" r:id="rId12"/>
    <p:sldId id="269" r:id="rId13"/>
    <p:sldId id="266" r:id="rId14"/>
    <p:sldId id="267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A7AC5-8F6A-4DBB-9FF1-BCCC1B7C5797}" v="5" dt="2026-03-22T08:19:52.139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omika R" userId="21196f3a17ac015e" providerId="LiveId" clId="{F9AB9A0A-5A04-44B8-9AFA-05881D5705E6}"/>
    <pc:docChg chg="undo redo custSel addSld delSld modSld sldOrd modMainMaster">
      <pc:chgData name="Bhoomika R" userId="21196f3a17ac015e" providerId="LiveId" clId="{F9AB9A0A-5A04-44B8-9AFA-05881D5705E6}" dt="2026-03-22T08:19:52.139" v="1005" actId="20577"/>
      <pc:docMkLst>
        <pc:docMk/>
      </pc:docMkLst>
      <pc:sldChg chg="addSp modSp mod ord modTransition addAnim delAnim modAnim">
        <pc:chgData name="Bhoomika R" userId="21196f3a17ac015e" providerId="LiveId" clId="{F9AB9A0A-5A04-44B8-9AFA-05881D5705E6}" dt="2026-03-22T08:19:52.139" v="1005" actId="20577"/>
        <pc:sldMkLst>
          <pc:docMk/>
          <pc:sldMk cId="0" sldId="256"/>
        </pc:sldMkLst>
        <pc:spChg chg="mod">
          <ac:chgData name="Bhoomika R" userId="21196f3a17ac015e" providerId="LiveId" clId="{F9AB9A0A-5A04-44B8-9AFA-05881D5705E6}" dt="2026-03-22T08:19:52.139" v="1005" actId="20577"/>
          <ac:spMkLst>
            <pc:docMk/>
            <pc:sldMk cId="0" sldId="256"/>
            <ac:spMk id="114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8440A-95A7-4781-9778-BA0C29C14050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0816B-0B87-4A5B-95AD-37BD4B17F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59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816B-0B87-4A5B-95AD-37BD4B17F60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16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13160" y="753840"/>
            <a:ext cx="410364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title"/>
          </p:nvPr>
        </p:nvSpPr>
        <p:spPr>
          <a:xfrm>
            <a:off x="713160" y="1731600"/>
            <a:ext cx="410976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04038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720000" y="1183320"/>
            <a:ext cx="7703640" cy="40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8743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382;p14"/>
          <p:cNvGrpSpPr/>
          <p:nvPr/>
        </p:nvGrpSpPr>
        <p:grpSpPr>
          <a:xfrm>
            <a:off x="321480" y="1306800"/>
            <a:ext cx="8204040" cy="3301560"/>
            <a:chOff x="321480" y="1306800"/>
            <a:chExt cx="8204040" cy="3301560"/>
          </a:xfrm>
        </p:grpSpPr>
        <p:grpSp>
          <p:nvGrpSpPr>
            <p:cNvPr id="90" name="Google Shape;383;p14"/>
            <p:cNvGrpSpPr/>
            <p:nvPr/>
          </p:nvGrpSpPr>
          <p:grpSpPr>
            <a:xfrm>
              <a:off x="8337240" y="3552480"/>
              <a:ext cx="188280" cy="188640"/>
              <a:chOff x="8337240" y="3552480"/>
              <a:chExt cx="188280" cy="188640"/>
            </a:xfrm>
          </p:grpSpPr>
          <p:sp>
            <p:nvSpPr>
              <p:cNvPr id="91" name="Google Shape;384;p14"/>
              <p:cNvSpPr/>
              <p:nvPr/>
            </p:nvSpPr>
            <p:spPr>
              <a:xfrm>
                <a:off x="8407800" y="36410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" name="Google Shape;385;p14"/>
              <p:cNvSpPr/>
              <p:nvPr/>
            </p:nvSpPr>
            <p:spPr>
              <a:xfrm>
                <a:off x="8476560" y="36410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" name="Google Shape;386;p14"/>
              <p:cNvSpPr/>
              <p:nvPr/>
            </p:nvSpPr>
            <p:spPr>
              <a:xfrm>
                <a:off x="8337240" y="36410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387;p14"/>
              <p:cNvSpPr/>
              <p:nvPr/>
            </p:nvSpPr>
            <p:spPr>
              <a:xfrm>
                <a:off x="8424360" y="362376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388;p14"/>
              <p:cNvSpPr/>
              <p:nvPr/>
            </p:nvSpPr>
            <p:spPr>
              <a:xfrm>
                <a:off x="8424360" y="369324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389;p14"/>
              <p:cNvSpPr/>
              <p:nvPr/>
            </p:nvSpPr>
            <p:spPr>
              <a:xfrm>
                <a:off x="8424360" y="35524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7" name="Google Shape;390;p14"/>
            <p:cNvGrpSpPr/>
            <p:nvPr/>
          </p:nvGrpSpPr>
          <p:grpSpPr>
            <a:xfrm>
              <a:off x="7239600" y="4419720"/>
              <a:ext cx="187920" cy="188640"/>
              <a:chOff x="7239600" y="4419720"/>
              <a:chExt cx="187920" cy="188640"/>
            </a:xfrm>
          </p:grpSpPr>
          <p:sp>
            <p:nvSpPr>
              <p:cNvPr id="98" name="Google Shape;391;p14"/>
              <p:cNvSpPr/>
              <p:nvPr/>
            </p:nvSpPr>
            <p:spPr>
              <a:xfrm>
                <a:off x="7309800" y="45082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392;p14"/>
              <p:cNvSpPr/>
              <p:nvPr/>
            </p:nvSpPr>
            <p:spPr>
              <a:xfrm>
                <a:off x="7378560" y="45082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393;p14"/>
              <p:cNvSpPr/>
              <p:nvPr/>
            </p:nvSpPr>
            <p:spPr>
              <a:xfrm>
                <a:off x="7239600" y="45082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394;p14"/>
              <p:cNvSpPr/>
              <p:nvPr/>
            </p:nvSpPr>
            <p:spPr>
              <a:xfrm>
                <a:off x="7326720" y="44910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395;p14"/>
              <p:cNvSpPr/>
              <p:nvPr/>
            </p:nvSpPr>
            <p:spPr>
              <a:xfrm>
                <a:off x="7326720" y="45604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396;p14"/>
              <p:cNvSpPr/>
              <p:nvPr/>
            </p:nvSpPr>
            <p:spPr>
              <a:xfrm>
                <a:off x="7326720" y="44197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4" name="Google Shape;397;p14"/>
            <p:cNvGrpSpPr/>
            <p:nvPr/>
          </p:nvGrpSpPr>
          <p:grpSpPr>
            <a:xfrm>
              <a:off x="321480" y="2044440"/>
              <a:ext cx="188280" cy="188280"/>
              <a:chOff x="321480" y="2044440"/>
              <a:chExt cx="188280" cy="188280"/>
            </a:xfrm>
          </p:grpSpPr>
          <p:sp>
            <p:nvSpPr>
              <p:cNvPr id="105" name="Google Shape;398;p14"/>
              <p:cNvSpPr/>
              <p:nvPr/>
            </p:nvSpPr>
            <p:spPr>
              <a:xfrm>
                <a:off x="391680" y="21330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399;p14"/>
              <p:cNvSpPr/>
              <p:nvPr/>
            </p:nvSpPr>
            <p:spPr>
              <a:xfrm>
                <a:off x="460800" y="21330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400;p14"/>
              <p:cNvSpPr/>
              <p:nvPr/>
            </p:nvSpPr>
            <p:spPr>
              <a:xfrm>
                <a:off x="321480" y="21330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" name="Google Shape;401;p14"/>
              <p:cNvSpPr/>
              <p:nvPr/>
            </p:nvSpPr>
            <p:spPr>
              <a:xfrm>
                <a:off x="408600" y="21157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402;p14"/>
              <p:cNvSpPr/>
              <p:nvPr/>
            </p:nvSpPr>
            <p:spPr>
              <a:xfrm>
                <a:off x="408600" y="218484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" name="Google Shape;403;p14"/>
              <p:cNvSpPr/>
              <p:nvPr/>
            </p:nvSpPr>
            <p:spPr>
              <a:xfrm>
                <a:off x="408600" y="20444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1" name="Google Shape;404;p14"/>
            <p:cNvGrpSpPr/>
            <p:nvPr/>
          </p:nvGrpSpPr>
          <p:grpSpPr>
            <a:xfrm>
              <a:off x="717480" y="1306800"/>
              <a:ext cx="187920" cy="188280"/>
              <a:chOff x="717480" y="1306800"/>
              <a:chExt cx="187920" cy="188280"/>
            </a:xfrm>
          </p:grpSpPr>
          <p:sp>
            <p:nvSpPr>
              <p:cNvPr id="112" name="Google Shape;405;p14"/>
              <p:cNvSpPr/>
              <p:nvPr/>
            </p:nvSpPr>
            <p:spPr>
              <a:xfrm>
                <a:off x="787680" y="13953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406;p14"/>
              <p:cNvSpPr/>
              <p:nvPr/>
            </p:nvSpPr>
            <p:spPr>
              <a:xfrm>
                <a:off x="856440" y="13953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" name="Google Shape;407;p14"/>
              <p:cNvSpPr/>
              <p:nvPr/>
            </p:nvSpPr>
            <p:spPr>
              <a:xfrm>
                <a:off x="717480" y="139536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" name="Google Shape;408;p14"/>
              <p:cNvSpPr/>
              <p:nvPr/>
            </p:nvSpPr>
            <p:spPr>
              <a:xfrm>
                <a:off x="804600" y="13780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" name="Google Shape;409;p14"/>
              <p:cNvSpPr/>
              <p:nvPr/>
            </p:nvSpPr>
            <p:spPr>
              <a:xfrm>
                <a:off x="804600" y="14472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" name="Google Shape;410;p14"/>
              <p:cNvSpPr/>
              <p:nvPr/>
            </p:nvSpPr>
            <p:spPr>
              <a:xfrm>
                <a:off x="804600" y="13068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8" name="Google Shape;411;p14"/>
          <p:cNvGrpSpPr/>
          <p:nvPr/>
        </p:nvGrpSpPr>
        <p:grpSpPr>
          <a:xfrm>
            <a:off x="-2213640" y="-1281960"/>
            <a:ext cx="12853440" cy="7753320"/>
            <a:chOff x="-2213640" y="-1281960"/>
            <a:chExt cx="12853440" cy="7753320"/>
          </a:xfrm>
        </p:grpSpPr>
        <p:sp>
          <p:nvSpPr>
            <p:cNvPr id="119" name="Google Shape;412;p14"/>
            <p:cNvSpPr/>
            <p:nvPr/>
          </p:nvSpPr>
          <p:spPr>
            <a:xfrm rot="14629200">
              <a:off x="-120600" y="-865440"/>
              <a:ext cx="1980000" cy="1689840"/>
            </a:xfrm>
            <a:custGeom>
              <a:avLst/>
              <a:gdLst>
                <a:gd name="textAreaLeft" fmla="*/ 0 w 1980000"/>
                <a:gd name="textAreaRight" fmla="*/ 1980360 w 1980000"/>
                <a:gd name="textAreaTop" fmla="*/ 0 h 1689840"/>
                <a:gd name="textAreaBottom" fmla="*/ 1690200 h 1689840"/>
              </a:gdLst>
              <a:ahLst/>
              <a:cxnLst/>
              <a:rect l="textAreaLeft" t="textAreaTop" r="textAreaRight" b="textAreaBottom"/>
              <a:pathLst>
                <a:path w="1480978" h="1263926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4EB6FA">
                <a:alpha val="3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413;p14"/>
            <p:cNvSpPr/>
            <p:nvPr/>
          </p:nvSpPr>
          <p:spPr>
            <a:xfrm rot="7323000">
              <a:off x="7530840" y="3903840"/>
              <a:ext cx="3058200" cy="1661040"/>
            </a:xfrm>
            <a:custGeom>
              <a:avLst/>
              <a:gdLst>
                <a:gd name="textAreaLeft" fmla="*/ 0 w 3058200"/>
                <a:gd name="textAreaRight" fmla="*/ 3058560 w 3058200"/>
                <a:gd name="textAreaTop" fmla="*/ 0 h 1661040"/>
                <a:gd name="textAreaBottom" fmla="*/ 1661400 h 1661040"/>
              </a:gdLst>
              <a:ahLst/>
              <a:cxnLst/>
              <a:rect l="textAreaLeft" t="textAreaTop" r="textAreaRight" b="textAreaBottom"/>
              <a:pathLst>
                <a:path w="1602734" h="1249425">
                  <a:moveTo>
                    <a:pt x="839130" y="6411"/>
                  </a:moveTo>
                  <a:cubicBezTo>
                    <a:pt x="626223" y="-20549"/>
                    <a:pt x="400853" y="37769"/>
                    <a:pt x="237222" y="176639"/>
                  </a:cubicBezTo>
                  <a:cubicBezTo>
                    <a:pt x="73592" y="315510"/>
                    <a:pt x="-21622" y="535911"/>
                    <a:pt x="4197" y="748981"/>
                  </a:cubicBezTo>
                  <a:cubicBezTo>
                    <a:pt x="30016" y="962051"/>
                    <a:pt x="182489" y="1158343"/>
                    <a:pt x="387252" y="1222688"/>
                  </a:cubicBezTo>
                  <a:cubicBezTo>
                    <a:pt x="525226" y="1266019"/>
                    <a:pt x="675010" y="1250706"/>
                    <a:pt x="816162" y="1219023"/>
                  </a:cubicBezTo>
                  <a:cubicBezTo>
                    <a:pt x="957313" y="1187339"/>
                    <a:pt x="1095124" y="1139854"/>
                    <a:pt x="1238230" y="1119004"/>
                  </a:cubicBezTo>
                  <a:cubicBezTo>
                    <a:pt x="1299642" y="1110044"/>
                    <a:pt x="1362928" y="1105809"/>
                    <a:pt x="1419698" y="1080804"/>
                  </a:cubicBezTo>
                  <a:cubicBezTo>
                    <a:pt x="1515890" y="1038451"/>
                    <a:pt x="1579827" y="939572"/>
                    <a:pt x="1597175" y="835887"/>
                  </a:cubicBezTo>
                  <a:cubicBezTo>
                    <a:pt x="1614443" y="732284"/>
                    <a:pt x="1589845" y="625097"/>
                    <a:pt x="1546107" y="529558"/>
                  </a:cubicBezTo>
                  <a:cubicBezTo>
                    <a:pt x="1415707" y="244812"/>
                    <a:pt x="1152709" y="46077"/>
                    <a:pt x="839130" y="6411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414;p14"/>
            <p:cNvSpPr/>
            <p:nvPr/>
          </p:nvSpPr>
          <p:spPr>
            <a:xfrm rot="20767800">
              <a:off x="6508800" y="4100400"/>
              <a:ext cx="3966840" cy="1850040"/>
            </a:xfrm>
            <a:custGeom>
              <a:avLst/>
              <a:gdLst>
                <a:gd name="textAreaLeft" fmla="*/ 0 w 3966840"/>
                <a:gd name="textAreaRight" fmla="*/ 3967200 w 3966840"/>
                <a:gd name="textAreaTop" fmla="*/ 0 h 1850040"/>
                <a:gd name="textAreaBottom" fmla="*/ 1850400 h 1850040"/>
              </a:gdLst>
              <a:ahLst/>
              <a:cxnLst/>
              <a:rect l="textAreaLeft" t="textAreaTop" r="textAreaRight" b="textAreaBottom"/>
              <a:pathLst>
                <a:path w="749" h="940">
                  <a:moveTo>
                    <a:pt x="523" y="343"/>
                  </a:moveTo>
                  <a:cubicBezTo>
                    <a:pt x="445" y="317"/>
                    <a:pt x="491" y="0"/>
                    <a:pt x="364" y="0"/>
                  </a:cubicBezTo>
                  <a:cubicBezTo>
                    <a:pt x="237" y="0"/>
                    <a:pt x="251" y="362"/>
                    <a:pt x="212" y="363"/>
                  </a:cubicBezTo>
                  <a:cubicBezTo>
                    <a:pt x="173" y="365"/>
                    <a:pt x="159" y="210"/>
                    <a:pt x="104" y="217"/>
                  </a:cubicBezTo>
                  <a:cubicBezTo>
                    <a:pt x="48" y="224"/>
                    <a:pt x="0" y="470"/>
                    <a:pt x="0" y="470"/>
                  </a:cubicBezTo>
                  <a:cubicBezTo>
                    <a:pt x="0" y="470"/>
                    <a:pt x="0" y="470"/>
                    <a:pt x="0" y="470"/>
                  </a:cubicBezTo>
                  <a:cubicBezTo>
                    <a:pt x="0" y="470"/>
                    <a:pt x="48" y="716"/>
                    <a:pt x="104" y="723"/>
                  </a:cubicBezTo>
                  <a:cubicBezTo>
                    <a:pt x="159" y="730"/>
                    <a:pt x="173" y="574"/>
                    <a:pt x="212" y="576"/>
                  </a:cubicBezTo>
                  <a:cubicBezTo>
                    <a:pt x="251" y="578"/>
                    <a:pt x="237" y="939"/>
                    <a:pt x="364" y="939"/>
                  </a:cubicBezTo>
                  <a:cubicBezTo>
                    <a:pt x="491" y="940"/>
                    <a:pt x="445" y="623"/>
                    <a:pt x="523" y="596"/>
                  </a:cubicBezTo>
                  <a:cubicBezTo>
                    <a:pt x="601" y="570"/>
                    <a:pt x="749" y="636"/>
                    <a:pt x="749" y="470"/>
                  </a:cubicBezTo>
                  <a:cubicBezTo>
                    <a:pt x="749" y="304"/>
                    <a:pt x="601" y="370"/>
                    <a:pt x="523" y="34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415;p14"/>
            <p:cNvSpPr/>
            <p:nvPr/>
          </p:nvSpPr>
          <p:spPr>
            <a:xfrm rot="19407600">
              <a:off x="-1758600" y="-604800"/>
              <a:ext cx="3118680" cy="2557800"/>
            </a:xfrm>
            <a:custGeom>
              <a:avLst/>
              <a:gdLst>
                <a:gd name="textAreaLeft" fmla="*/ 0 w 3118680"/>
                <a:gd name="textAreaRight" fmla="*/ 3119040 w 3118680"/>
                <a:gd name="textAreaTop" fmla="*/ 0 h 2557800"/>
                <a:gd name="textAreaBottom" fmla="*/ 2558160 h 2557800"/>
              </a:gdLst>
              <a:ahLst/>
              <a:cxnLst/>
              <a:rect l="textAreaLeft" t="textAreaTop" r="textAreaRight" b="textAreaBottom"/>
              <a:pathLst>
                <a:path w="1640321" h="1345239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977640" y="3432960"/>
            <a:ext cx="4452840" cy="66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6" name="Google Shape;421;p15"/>
          <p:cNvGrpSpPr/>
          <p:nvPr/>
        </p:nvGrpSpPr>
        <p:grpSpPr>
          <a:xfrm>
            <a:off x="773640" y="276480"/>
            <a:ext cx="7983720" cy="4257000"/>
            <a:chOff x="773640" y="276480"/>
            <a:chExt cx="7983720" cy="4257000"/>
          </a:xfrm>
        </p:grpSpPr>
        <p:grpSp>
          <p:nvGrpSpPr>
            <p:cNvPr id="127" name="Google Shape;422;p15"/>
            <p:cNvGrpSpPr/>
            <p:nvPr/>
          </p:nvGrpSpPr>
          <p:grpSpPr>
            <a:xfrm>
              <a:off x="6894360" y="276480"/>
              <a:ext cx="188280" cy="188280"/>
              <a:chOff x="6894360" y="276480"/>
              <a:chExt cx="188280" cy="188280"/>
            </a:xfrm>
          </p:grpSpPr>
          <p:sp>
            <p:nvSpPr>
              <p:cNvPr id="128" name="Google Shape;423;p15"/>
              <p:cNvSpPr/>
              <p:nvPr/>
            </p:nvSpPr>
            <p:spPr>
              <a:xfrm>
                <a:off x="6964920" y="3650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" name="Google Shape;424;p15"/>
              <p:cNvSpPr/>
              <p:nvPr/>
            </p:nvSpPr>
            <p:spPr>
              <a:xfrm>
                <a:off x="7033680" y="3650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" name="Google Shape;425;p15"/>
              <p:cNvSpPr/>
              <p:nvPr/>
            </p:nvSpPr>
            <p:spPr>
              <a:xfrm>
                <a:off x="6894360" y="3650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" name="Google Shape;426;p15"/>
              <p:cNvSpPr/>
              <p:nvPr/>
            </p:nvSpPr>
            <p:spPr>
              <a:xfrm>
                <a:off x="6981840" y="34776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427;p15"/>
              <p:cNvSpPr/>
              <p:nvPr/>
            </p:nvSpPr>
            <p:spPr>
              <a:xfrm>
                <a:off x="6981840" y="4168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428;p15"/>
              <p:cNvSpPr/>
              <p:nvPr/>
            </p:nvSpPr>
            <p:spPr>
              <a:xfrm>
                <a:off x="6981840" y="2764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4" name="Google Shape;429;p15"/>
            <p:cNvGrpSpPr/>
            <p:nvPr/>
          </p:nvGrpSpPr>
          <p:grpSpPr>
            <a:xfrm>
              <a:off x="8430840" y="4205520"/>
              <a:ext cx="326520" cy="327960"/>
              <a:chOff x="8430840" y="4205520"/>
              <a:chExt cx="326520" cy="327960"/>
            </a:xfrm>
          </p:grpSpPr>
          <p:sp>
            <p:nvSpPr>
              <p:cNvPr id="135" name="Google Shape;430;p15"/>
              <p:cNvSpPr/>
              <p:nvPr/>
            </p:nvSpPr>
            <p:spPr>
              <a:xfrm>
                <a:off x="8571960" y="43642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" name="Google Shape;431;p15"/>
              <p:cNvSpPr/>
              <p:nvPr/>
            </p:nvSpPr>
            <p:spPr>
              <a:xfrm>
                <a:off x="8640720" y="43642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" name="Google Shape;432;p15"/>
              <p:cNvSpPr/>
              <p:nvPr/>
            </p:nvSpPr>
            <p:spPr>
              <a:xfrm>
                <a:off x="8709480" y="4364280"/>
                <a:ext cx="4788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" name="Google Shape;433;p15"/>
              <p:cNvSpPr/>
              <p:nvPr/>
            </p:nvSpPr>
            <p:spPr>
              <a:xfrm>
                <a:off x="8501760" y="4364280"/>
                <a:ext cx="4824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" name="Google Shape;434;p15"/>
              <p:cNvSpPr/>
              <p:nvPr/>
            </p:nvSpPr>
            <p:spPr>
              <a:xfrm>
                <a:off x="8430840" y="43642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" name="Google Shape;435;p15"/>
              <p:cNvSpPr/>
              <p:nvPr/>
            </p:nvSpPr>
            <p:spPr>
              <a:xfrm>
                <a:off x="8589240" y="43470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436;p15"/>
              <p:cNvSpPr/>
              <p:nvPr/>
            </p:nvSpPr>
            <p:spPr>
              <a:xfrm>
                <a:off x="8589240" y="4416480"/>
                <a:ext cx="1224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437;p15"/>
              <p:cNvSpPr/>
              <p:nvPr/>
            </p:nvSpPr>
            <p:spPr>
              <a:xfrm>
                <a:off x="8589240" y="448416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3" name="Google Shape;438;p15"/>
              <p:cNvSpPr/>
              <p:nvPr/>
            </p:nvSpPr>
            <p:spPr>
              <a:xfrm>
                <a:off x="8589240" y="42757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4" name="Google Shape;439;p15"/>
              <p:cNvSpPr/>
              <p:nvPr/>
            </p:nvSpPr>
            <p:spPr>
              <a:xfrm>
                <a:off x="8589240" y="42055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5" name="Google Shape;440;p15"/>
            <p:cNvGrpSpPr/>
            <p:nvPr/>
          </p:nvGrpSpPr>
          <p:grpSpPr>
            <a:xfrm>
              <a:off x="773640" y="465120"/>
              <a:ext cx="188280" cy="188640"/>
              <a:chOff x="773640" y="465120"/>
              <a:chExt cx="188280" cy="188640"/>
            </a:xfrm>
          </p:grpSpPr>
          <p:sp>
            <p:nvSpPr>
              <p:cNvPr id="146" name="Google Shape;441;p15"/>
              <p:cNvSpPr/>
              <p:nvPr/>
            </p:nvSpPr>
            <p:spPr>
              <a:xfrm>
                <a:off x="843840" y="5536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" name="Google Shape;442;p15"/>
              <p:cNvSpPr/>
              <p:nvPr/>
            </p:nvSpPr>
            <p:spPr>
              <a:xfrm>
                <a:off x="912960" y="5536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443;p15"/>
              <p:cNvSpPr/>
              <p:nvPr/>
            </p:nvSpPr>
            <p:spPr>
              <a:xfrm>
                <a:off x="773640" y="5536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" name="Google Shape;444;p15"/>
              <p:cNvSpPr/>
              <p:nvPr/>
            </p:nvSpPr>
            <p:spPr>
              <a:xfrm>
                <a:off x="860760" y="5364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" name="Google Shape;445;p15"/>
              <p:cNvSpPr/>
              <p:nvPr/>
            </p:nvSpPr>
            <p:spPr>
              <a:xfrm>
                <a:off x="860760" y="6058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" name="Google Shape;446;p15"/>
              <p:cNvSpPr/>
              <p:nvPr/>
            </p:nvSpPr>
            <p:spPr>
              <a:xfrm>
                <a:off x="860760" y="4651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52" name="Google Shape;447;p15"/>
          <p:cNvGrpSpPr/>
          <p:nvPr/>
        </p:nvGrpSpPr>
        <p:grpSpPr>
          <a:xfrm>
            <a:off x="5286960" y="-2211120"/>
            <a:ext cx="5627160" cy="9517680"/>
            <a:chOff x="5286960" y="-2211120"/>
            <a:chExt cx="5627160" cy="9517680"/>
          </a:xfrm>
        </p:grpSpPr>
        <p:sp>
          <p:nvSpPr>
            <p:cNvPr id="153" name="Google Shape;448;p15"/>
            <p:cNvSpPr/>
            <p:nvPr/>
          </p:nvSpPr>
          <p:spPr>
            <a:xfrm rot="9928800">
              <a:off x="5549040" y="4527360"/>
              <a:ext cx="2879640" cy="2457360"/>
            </a:xfrm>
            <a:custGeom>
              <a:avLst/>
              <a:gdLst>
                <a:gd name="textAreaLeft" fmla="*/ 0 w 2879640"/>
                <a:gd name="textAreaRight" fmla="*/ 2880000 w 2879640"/>
                <a:gd name="textAreaTop" fmla="*/ 0 h 2457360"/>
                <a:gd name="textAreaBottom" fmla="*/ 2457720 h 2457360"/>
              </a:gdLst>
              <a:ahLst/>
              <a:cxnLst/>
              <a:rect l="textAreaLeft" t="textAreaTop" r="textAreaRight" b="textAreaBottom"/>
              <a:pathLst>
                <a:path w="1480978" h="1263926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449;p15"/>
            <p:cNvSpPr/>
            <p:nvPr/>
          </p:nvSpPr>
          <p:spPr>
            <a:xfrm rot="2885400">
              <a:off x="7361640" y="-1475280"/>
              <a:ext cx="3118320" cy="2557440"/>
            </a:xfrm>
            <a:custGeom>
              <a:avLst/>
              <a:gdLst>
                <a:gd name="textAreaLeft" fmla="*/ 0 w 3118320"/>
                <a:gd name="textAreaRight" fmla="*/ 3118680 w 3118320"/>
                <a:gd name="textAreaTop" fmla="*/ 0 h 2557440"/>
                <a:gd name="textAreaBottom" fmla="*/ 2557800 h 2557440"/>
              </a:gdLst>
              <a:ahLst/>
              <a:cxnLst/>
              <a:rect l="textAreaLeft" t="textAreaTop" r="textAreaRight" b="textAreaBottom"/>
              <a:pathLst>
                <a:path w="1640321" h="1345239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64" name="Google Shape;635;p21"/>
          <p:cNvGrpSpPr/>
          <p:nvPr/>
        </p:nvGrpSpPr>
        <p:grpSpPr>
          <a:xfrm>
            <a:off x="-1741680" y="-1866960"/>
            <a:ext cx="12732120" cy="9139320"/>
            <a:chOff x="-1741680" y="-1866960"/>
            <a:chExt cx="12732120" cy="9139320"/>
          </a:xfrm>
        </p:grpSpPr>
        <p:sp>
          <p:nvSpPr>
            <p:cNvPr id="365" name="Google Shape;636;p21"/>
            <p:cNvSpPr/>
            <p:nvPr/>
          </p:nvSpPr>
          <p:spPr>
            <a:xfrm rot="11505600">
              <a:off x="-140400" y="4174560"/>
              <a:ext cx="2320560" cy="1498320"/>
            </a:xfrm>
            <a:custGeom>
              <a:avLst/>
              <a:gdLst>
                <a:gd name="textAreaLeft" fmla="*/ 0 w 2320560"/>
                <a:gd name="textAreaRight" fmla="*/ 2320920 w 2320560"/>
                <a:gd name="textAreaTop" fmla="*/ 0 h 1498320"/>
                <a:gd name="textAreaBottom" fmla="*/ 1498680 h 1498320"/>
              </a:gdLst>
              <a:ahLst/>
              <a:cxnLst/>
              <a:rect l="textAreaLeft" t="textAreaTop" r="textAreaRight" b="textAreaBottom"/>
              <a:pathLst>
                <a:path w="616186" h="397857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637;p21"/>
            <p:cNvSpPr/>
            <p:nvPr/>
          </p:nvSpPr>
          <p:spPr>
            <a:xfrm rot="19943400">
              <a:off x="-1181160" y="4006080"/>
              <a:ext cx="2127600" cy="2940480"/>
            </a:xfrm>
            <a:custGeom>
              <a:avLst/>
              <a:gdLst>
                <a:gd name="textAreaLeft" fmla="*/ 0 w 2127600"/>
                <a:gd name="textAreaRight" fmla="*/ 2127960 w 2127600"/>
                <a:gd name="textAreaTop" fmla="*/ 0 h 2940480"/>
                <a:gd name="textAreaBottom" fmla="*/ 2940840 h 2940480"/>
              </a:gdLst>
              <a:ahLst/>
              <a:cxnLst/>
              <a:rect l="textAreaLeft" t="textAreaTop" r="textAreaRight" b="textAreaBottom"/>
              <a:pathLst>
                <a:path w="618" h="852">
                  <a:moveTo>
                    <a:pt x="599" y="289"/>
                  </a:moveTo>
                  <a:cubicBezTo>
                    <a:pt x="573" y="233"/>
                    <a:pt x="552" y="244"/>
                    <a:pt x="558" y="157"/>
                  </a:cubicBezTo>
                  <a:cubicBezTo>
                    <a:pt x="561" y="115"/>
                    <a:pt x="547" y="16"/>
                    <a:pt x="475" y="8"/>
                  </a:cubicBezTo>
                  <a:cubicBezTo>
                    <a:pt x="411" y="0"/>
                    <a:pt x="371" y="71"/>
                    <a:pt x="337" y="124"/>
                  </a:cubicBezTo>
                  <a:cubicBezTo>
                    <a:pt x="303" y="178"/>
                    <a:pt x="261" y="140"/>
                    <a:pt x="234" y="216"/>
                  </a:cubicBezTo>
                  <a:cubicBezTo>
                    <a:pt x="207" y="292"/>
                    <a:pt x="163" y="315"/>
                    <a:pt x="125" y="323"/>
                  </a:cubicBezTo>
                  <a:cubicBezTo>
                    <a:pt x="39" y="340"/>
                    <a:pt x="13" y="363"/>
                    <a:pt x="0" y="426"/>
                  </a:cubicBezTo>
                  <a:cubicBezTo>
                    <a:pt x="13" y="489"/>
                    <a:pt x="39" y="512"/>
                    <a:pt x="125" y="529"/>
                  </a:cubicBezTo>
                  <a:cubicBezTo>
                    <a:pt x="163" y="537"/>
                    <a:pt x="207" y="560"/>
                    <a:pt x="234" y="636"/>
                  </a:cubicBezTo>
                  <a:cubicBezTo>
                    <a:pt x="261" y="712"/>
                    <a:pt x="303" y="674"/>
                    <a:pt x="337" y="728"/>
                  </a:cubicBezTo>
                  <a:cubicBezTo>
                    <a:pt x="371" y="781"/>
                    <a:pt x="411" y="852"/>
                    <a:pt x="475" y="844"/>
                  </a:cubicBezTo>
                  <a:cubicBezTo>
                    <a:pt x="547" y="836"/>
                    <a:pt x="561" y="737"/>
                    <a:pt x="558" y="695"/>
                  </a:cubicBezTo>
                  <a:cubicBezTo>
                    <a:pt x="552" y="608"/>
                    <a:pt x="573" y="619"/>
                    <a:pt x="599" y="562"/>
                  </a:cubicBezTo>
                  <a:cubicBezTo>
                    <a:pt x="618" y="520"/>
                    <a:pt x="606" y="456"/>
                    <a:pt x="598" y="426"/>
                  </a:cubicBezTo>
                  <a:cubicBezTo>
                    <a:pt x="606" y="396"/>
                    <a:pt x="618" y="332"/>
                    <a:pt x="599" y="28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638;p21"/>
            <p:cNvSpPr/>
            <p:nvPr/>
          </p:nvSpPr>
          <p:spPr>
            <a:xfrm rot="3758400">
              <a:off x="7667280" y="-1029960"/>
              <a:ext cx="2997000" cy="2557440"/>
            </a:xfrm>
            <a:custGeom>
              <a:avLst/>
              <a:gdLst>
                <a:gd name="textAreaLeft" fmla="*/ 0 w 2997000"/>
                <a:gd name="textAreaRight" fmla="*/ 2997360 w 2997000"/>
                <a:gd name="textAreaTop" fmla="*/ 0 h 2557440"/>
                <a:gd name="textAreaBottom" fmla="*/ 2557800 h 2557440"/>
              </a:gdLst>
              <a:ahLst/>
              <a:cxnLst/>
              <a:rect l="textAreaLeft" t="textAreaTop" r="textAreaRight" b="textAreaBottom"/>
              <a:pathLst>
                <a:path w="1480978" h="1263926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4EB6FA">
                <a:alpha val="3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639;p21"/>
            <p:cNvSpPr/>
            <p:nvPr/>
          </p:nvSpPr>
          <p:spPr>
            <a:xfrm rot="14340000">
              <a:off x="7357680" y="-1361880"/>
              <a:ext cx="2304360" cy="1990800"/>
            </a:xfrm>
            <a:custGeom>
              <a:avLst/>
              <a:gdLst>
                <a:gd name="textAreaLeft" fmla="*/ 0 w 2304360"/>
                <a:gd name="textAreaRight" fmla="*/ 2304720 w 2304360"/>
                <a:gd name="textAreaTop" fmla="*/ 0 h 1990800"/>
                <a:gd name="textAreaBottom" fmla="*/ 1991160 h 1990800"/>
              </a:gdLst>
              <a:ahLst/>
              <a:cxnLst/>
              <a:rect l="textAreaLeft" t="textAreaTop" r="textAreaRight" b="textAreaBottom"/>
              <a:pathLst>
                <a:path w="1751996" h="1513753">
                  <a:moveTo>
                    <a:pt x="366302" y="1483642"/>
                  </a:moveTo>
                  <a:cubicBezTo>
                    <a:pt x="179132" y="1417587"/>
                    <a:pt x="34968" y="1242798"/>
                    <a:pt x="5646" y="1046587"/>
                  </a:cubicBezTo>
                  <a:cubicBezTo>
                    <a:pt x="-23676" y="850295"/>
                    <a:pt x="63068" y="641053"/>
                    <a:pt x="222626" y="523115"/>
                  </a:cubicBezTo>
                  <a:cubicBezTo>
                    <a:pt x="354492" y="425620"/>
                    <a:pt x="525209" y="390272"/>
                    <a:pt x="653491" y="288216"/>
                  </a:cubicBezTo>
                  <a:cubicBezTo>
                    <a:pt x="732741" y="225175"/>
                    <a:pt x="792280" y="139327"/>
                    <a:pt x="875195" y="81254"/>
                  </a:cubicBezTo>
                  <a:cubicBezTo>
                    <a:pt x="1003640" y="-8584"/>
                    <a:pt x="1176393" y="-19824"/>
                    <a:pt x="1325852" y="27417"/>
                  </a:cubicBezTo>
                  <a:cubicBezTo>
                    <a:pt x="1461220" y="70096"/>
                    <a:pt x="1582416" y="158875"/>
                    <a:pt x="1659793" y="277872"/>
                  </a:cubicBezTo>
                  <a:cubicBezTo>
                    <a:pt x="1737169" y="396787"/>
                    <a:pt x="1769260" y="545513"/>
                    <a:pt x="1742952" y="684954"/>
                  </a:cubicBezTo>
                  <a:cubicBezTo>
                    <a:pt x="1708336" y="867970"/>
                    <a:pt x="1578588" y="1021745"/>
                    <a:pt x="1424405" y="1126163"/>
                  </a:cubicBezTo>
                  <a:cubicBezTo>
                    <a:pt x="1261263" y="1236689"/>
                    <a:pt x="1041839" y="1267232"/>
                    <a:pt x="896453" y="1390872"/>
                  </a:cubicBezTo>
                  <a:cubicBezTo>
                    <a:pt x="754569" y="1511416"/>
                    <a:pt x="540603" y="1545217"/>
                    <a:pt x="366302" y="148364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9" name="Google Shape;640;p21"/>
          <p:cNvGrpSpPr/>
          <p:nvPr/>
        </p:nvGrpSpPr>
        <p:grpSpPr>
          <a:xfrm>
            <a:off x="372240" y="1030320"/>
            <a:ext cx="8321400" cy="3379680"/>
            <a:chOff x="372240" y="1030320"/>
            <a:chExt cx="8321400" cy="3379680"/>
          </a:xfrm>
        </p:grpSpPr>
        <p:grpSp>
          <p:nvGrpSpPr>
            <p:cNvPr id="370" name="Google Shape;641;p21"/>
            <p:cNvGrpSpPr/>
            <p:nvPr/>
          </p:nvGrpSpPr>
          <p:grpSpPr>
            <a:xfrm>
              <a:off x="372240" y="3536640"/>
              <a:ext cx="187920" cy="188640"/>
              <a:chOff x="372240" y="3536640"/>
              <a:chExt cx="187920" cy="188640"/>
            </a:xfrm>
          </p:grpSpPr>
          <p:sp>
            <p:nvSpPr>
              <p:cNvPr id="371" name="Google Shape;642;p21"/>
              <p:cNvSpPr/>
              <p:nvPr/>
            </p:nvSpPr>
            <p:spPr>
              <a:xfrm>
                <a:off x="442440" y="36252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2" name="Google Shape;643;p21"/>
              <p:cNvSpPr/>
              <p:nvPr/>
            </p:nvSpPr>
            <p:spPr>
              <a:xfrm>
                <a:off x="511200" y="36252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3" name="Google Shape;644;p21"/>
              <p:cNvSpPr/>
              <p:nvPr/>
            </p:nvSpPr>
            <p:spPr>
              <a:xfrm>
                <a:off x="372240" y="36252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4" name="Google Shape;645;p21"/>
              <p:cNvSpPr/>
              <p:nvPr/>
            </p:nvSpPr>
            <p:spPr>
              <a:xfrm>
                <a:off x="459360" y="36079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5" name="Google Shape;646;p21"/>
              <p:cNvSpPr/>
              <p:nvPr/>
            </p:nvSpPr>
            <p:spPr>
              <a:xfrm>
                <a:off x="459360" y="36774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6" name="Google Shape;647;p21"/>
              <p:cNvSpPr/>
              <p:nvPr/>
            </p:nvSpPr>
            <p:spPr>
              <a:xfrm>
                <a:off x="459360" y="35366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77" name="Google Shape;648;p21"/>
            <p:cNvGrpSpPr/>
            <p:nvPr/>
          </p:nvGrpSpPr>
          <p:grpSpPr>
            <a:xfrm>
              <a:off x="1219680" y="4221720"/>
              <a:ext cx="188280" cy="188280"/>
              <a:chOff x="1219680" y="4221720"/>
              <a:chExt cx="188280" cy="188280"/>
            </a:xfrm>
          </p:grpSpPr>
          <p:sp>
            <p:nvSpPr>
              <p:cNvPr id="378" name="Google Shape;649;p21"/>
              <p:cNvSpPr/>
              <p:nvPr/>
            </p:nvSpPr>
            <p:spPr>
              <a:xfrm>
                <a:off x="1289880" y="43102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9" name="Google Shape;650;p21"/>
              <p:cNvSpPr/>
              <p:nvPr/>
            </p:nvSpPr>
            <p:spPr>
              <a:xfrm>
                <a:off x="1359000" y="43102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0" name="Google Shape;651;p21"/>
              <p:cNvSpPr/>
              <p:nvPr/>
            </p:nvSpPr>
            <p:spPr>
              <a:xfrm>
                <a:off x="1219680" y="43102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1" name="Google Shape;652;p21"/>
              <p:cNvSpPr/>
              <p:nvPr/>
            </p:nvSpPr>
            <p:spPr>
              <a:xfrm>
                <a:off x="1306800" y="42930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653;p21"/>
              <p:cNvSpPr/>
              <p:nvPr/>
            </p:nvSpPr>
            <p:spPr>
              <a:xfrm>
                <a:off x="1306800" y="436212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3" name="Google Shape;654;p21"/>
              <p:cNvSpPr/>
              <p:nvPr/>
            </p:nvSpPr>
            <p:spPr>
              <a:xfrm>
                <a:off x="1306800" y="42217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4" name="Google Shape;655;p21"/>
            <p:cNvGrpSpPr/>
            <p:nvPr/>
          </p:nvGrpSpPr>
          <p:grpSpPr>
            <a:xfrm>
              <a:off x="8265240" y="1030320"/>
              <a:ext cx="187920" cy="188640"/>
              <a:chOff x="8265240" y="1030320"/>
              <a:chExt cx="187920" cy="188640"/>
            </a:xfrm>
          </p:grpSpPr>
          <p:sp>
            <p:nvSpPr>
              <p:cNvPr id="385" name="Google Shape;656;p21"/>
              <p:cNvSpPr/>
              <p:nvPr/>
            </p:nvSpPr>
            <p:spPr>
              <a:xfrm>
                <a:off x="8335440" y="111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6" name="Google Shape;657;p21"/>
              <p:cNvSpPr/>
              <p:nvPr/>
            </p:nvSpPr>
            <p:spPr>
              <a:xfrm>
                <a:off x="8404200" y="111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7" name="Google Shape;658;p21"/>
              <p:cNvSpPr/>
              <p:nvPr/>
            </p:nvSpPr>
            <p:spPr>
              <a:xfrm>
                <a:off x="8265240" y="1119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8" name="Google Shape;659;p21"/>
              <p:cNvSpPr/>
              <p:nvPr/>
            </p:nvSpPr>
            <p:spPr>
              <a:xfrm>
                <a:off x="8352360" y="1101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9" name="Google Shape;660;p21"/>
              <p:cNvSpPr/>
              <p:nvPr/>
            </p:nvSpPr>
            <p:spPr>
              <a:xfrm>
                <a:off x="8352360" y="11710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0" name="Google Shape;661;p21"/>
              <p:cNvSpPr/>
              <p:nvPr/>
            </p:nvSpPr>
            <p:spPr>
              <a:xfrm>
                <a:off x="8352360" y="10303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1" name="Google Shape;662;p21"/>
            <p:cNvGrpSpPr/>
            <p:nvPr/>
          </p:nvGrpSpPr>
          <p:grpSpPr>
            <a:xfrm>
              <a:off x="8505720" y="1722240"/>
              <a:ext cx="187920" cy="188640"/>
              <a:chOff x="8505720" y="1722240"/>
              <a:chExt cx="187920" cy="188640"/>
            </a:xfrm>
          </p:grpSpPr>
          <p:sp>
            <p:nvSpPr>
              <p:cNvPr id="392" name="Google Shape;663;p21"/>
              <p:cNvSpPr/>
              <p:nvPr/>
            </p:nvSpPr>
            <p:spPr>
              <a:xfrm>
                <a:off x="8575920" y="18108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664;p21"/>
              <p:cNvSpPr/>
              <p:nvPr/>
            </p:nvSpPr>
            <p:spPr>
              <a:xfrm>
                <a:off x="8644680" y="18108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4" name="Google Shape;665;p21"/>
              <p:cNvSpPr/>
              <p:nvPr/>
            </p:nvSpPr>
            <p:spPr>
              <a:xfrm>
                <a:off x="8505720" y="18108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5" name="Google Shape;666;p21"/>
              <p:cNvSpPr/>
              <p:nvPr/>
            </p:nvSpPr>
            <p:spPr>
              <a:xfrm>
                <a:off x="8592840" y="17935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667;p21"/>
              <p:cNvSpPr/>
              <p:nvPr/>
            </p:nvSpPr>
            <p:spPr>
              <a:xfrm>
                <a:off x="8592840" y="18630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7" name="Google Shape;668;p21"/>
              <p:cNvSpPr/>
              <p:nvPr/>
            </p:nvSpPr>
            <p:spPr>
              <a:xfrm>
                <a:off x="8592840" y="17222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99" name="Google Shape;673;p22"/>
          <p:cNvGrpSpPr/>
          <p:nvPr/>
        </p:nvGrpSpPr>
        <p:grpSpPr>
          <a:xfrm>
            <a:off x="372240" y="350640"/>
            <a:ext cx="8385840" cy="4364280"/>
            <a:chOff x="372240" y="350640"/>
            <a:chExt cx="8385840" cy="4364280"/>
          </a:xfrm>
        </p:grpSpPr>
        <p:grpSp>
          <p:nvGrpSpPr>
            <p:cNvPr id="400" name="Google Shape;674;p22"/>
            <p:cNvGrpSpPr/>
            <p:nvPr/>
          </p:nvGrpSpPr>
          <p:grpSpPr>
            <a:xfrm>
              <a:off x="372240" y="3765240"/>
              <a:ext cx="187920" cy="188640"/>
              <a:chOff x="372240" y="3765240"/>
              <a:chExt cx="187920" cy="188640"/>
            </a:xfrm>
          </p:grpSpPr>
          <p:sp>
            <p:nvSpPr>
              <p:cNvPr id="401" name="Google Shape;675;p22"/>
              <p:cNvSpPr/>
              <p:nvPr/>
            </p:nvSpPr>
            <p:spPr>
              <a:xfrm>
                <a:off x="442440" y="38538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2" name="Google Shape;676;p22"/>
              <p:cNvSpPr/>
              <p:nvPr/>
            </p:nvSpPr>
            <p:spPr>
              <a:xfrm>
                <a:off x="511200" y="38538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3" name="Google Shape;677;p22"/>
              <p:cNvSpPr/>
              <p:nvPr/>
            </p:nvSpPr>
            <p:spPr>
              <a:xfrm>
                <a:off x="372240" y="38538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4" name="Google Shape;678;p22"/>
              <p:cNvSpPr/>
              <p:nvPr/>
            </p:nvSpPr>
            <p:spPr>
              <a:xfrm>
                <a:off x="459360" y="38365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5" name="Google Shape;679;p22"/>
              <p:cNvSpPr/>
              <p:nvPr/>
            </p:nvSpPr>
            <p:spPr>
              <a:xfrm>
                <a:off x="459360" y="39060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6" name="Google Shape;680;p22"/>
              <p:cNvSpPr/>
              <p:nvPr/>
            </p:nvSpPr>
            <p:spPr>
              <a:xfrm>
                <a:off x="459360" y="37652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07" name="Google Shape;681;p22"/>
            <p:cNvGrpSpPr/>
            <p:nvPr/>
          </p:nvGrpSpPr>
          <p:grpSpPr>
            <a:xfrm>
              <a:off x="1219680" y="4526280"/>
              <a:ext cx="188280" cy="188640"/>
              <a:chOff x="1219680" y="4526280"/>
              <a:chExt cx="188280" cy="188640"/>
            </a:xfrm>
          </p:grpSpPr>
          <p:sp>
            <p:nvSpPr>
              <p:cNvPr id="408" name="Google Shape;682;p22"/>
              <p:cNvSpPr/>
              <p:nvPr/>
            </p:nvSpPr>
            <p:spPr>
              <a:xfrm>
                <a:off x="1289880" y="46152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9" name="Google Shape;683;p22"/>
              <p:cNvSpPr/>
              <p:nvPr/>
            </p:nvSpPr>
            <p:spPr>
              <a:xfrm>
                <a:off x="1359000" y="46152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0" name="Google Shape;684;p22"/>
              <p:cNvSpPr/>
              <p:nvPr/>
            </p:nvSpPr>
            <p:spPr>
              <a:xfrm>
                <a:off x="1219680" y="46152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1" name="Google Shape;685;p22"/>
              <p:cNvSpPr/>
              <p:nvPr/>
            </p:nvSpPr>
            <p:spPr>
              <a:xfrm>
                <a:off x="1306800" y="459756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2" name="Google Shape;686;p22"/>
              <p:cNvSpPr/>
              <p:nvPr/>
            </p:nvSpPr>
            <p:spPr>
              <a:xfrm>
                <a:off x="1306800" y="466704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3" name="Google Shape;687;p22"/>
              <p:cNvSpPr/>
              <p:nvPr/>
            </p:nvSpPr>
            <p:spPr>
              <a:xfrm>
                <a:off x="1306800" y="45262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14" name="Google Shape;688;p22"/>
            <p:cNvGrpSpPr/>
            <p:nvPr/>
          </p:nvGrpSpPr>
          <p:grpSpPr>
            <a:xfrm>
              <a:off x="8569800" y="1030320"/>
              <a:ext cx="188280" cy="188640"/>
              <a:chOff x="8569800" y="1030320"/>
              <a:chExt cx="188280" cy="188640"/>
            </a:xfrm>
          </p:grpSpPr>
          <p:sp>
            <p:nvSpPr>
              <p:cNvPr id="415" name="Google Shape;689;p22"/>
              <p:cNvSpPr/>
              <p:nvPr/>
            </p:nvSpPr>
            <p:spPr>
              <a:xfrm>
                <a:off x="8640360" y="111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690;p22"/>
              <p:cNvSpPr/>
              <p:nvPr/>
            </p:nvSpPr>
            <p:spPr>
              <a:xfrm>
                <a:off x="8709120" y="111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691;p22"/>
              <p:cNvSpPr/>
              <p:nvPr/>
            </p:nvSpPr>
            <p:spPr>
              <a:xfrm>
                <a:off x="8569800" y="1119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692;p22"/>
              <p:cNvSpPr/>
              <p:nvPr/>
            </p:nvSpPr>
            <p:spPr>
              <a:xfrm>
                <a:off x="8656920" y="1101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693;p22"/>
              <p:cNvSpPr/>
              <p:nvPr/>
            </p:nvSpPr>
            <p:spPr>
              <a:xfrm>
                <a:off x="8656920" y="11710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0" name="Google Shape;694;p22"/>
              <p:cNvSpPr/>
              <p:nvPr/>
            </p:nvSpPr>
            <p:spPr>
              <a:xfrm>
                <a:off x="8656920" y="10303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1" name="Google Shape;695;p22"/>
            <p:cNvGrpSpPr/>
            <p:nvPr/>
          </p:nvGrpSpPr>
          <p:grpSpPr>
            <a:xfrm>
              <a:off x="7743600" y="350640"/>
              <a:ext cx="188280" cy="188640"/>
              <a:chOff x="7743600" y="350640"/>
              <a:chExt cx="188280" cy="188640"/>
            </a:xfrm>
          </p:grpSpPr>
          <p:sp>
            <p:nvSpPr>
              <p:cNvPr id="422" name="Google Shape;696;p22"/>
              <p:cNvSpPr/>
              <p:nvPr/>
            </p:nvSpPr>
            <p:spPr>
              <a:xfrm>
                <a:off x="7813800" y="4392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697;p22"/>
              <p:cNvSpPr/>
              <p:nvPr/>
            </p:nvSpPr>
            <p:spPr>
              <a:xfrm>
                <a:off x="7882920" y="4392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698;p22"/>
              <p:cNvSpPr/>
              <p:nvPr/>
            </p:nvSpPr>
            <p:spPr>
              <a:xfrm>
                <a:off x="7743600" y="4392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699;p22"/>
              <p:cNvSpPr/>
              <p:nvPr/>
            </p:nvSpPr>
            <p:spPr>
              <a:xfrm>
                <a:off x="7830720" y="4219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700;p22"/>
              <p:cNvSpPr/>
              <p:nvPr/>
            </p:nvSpPr>
            <p:spPr>
              <a:xfrm>
                <a:off x="7830720" y="4914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701;p22"/>
              <p:cNvSpPr/>
              <p:nvPr/>
            </p:nvSpPr>
            <p:spPr>
              <a:xfrm>
                <a:off x="7830720" y="3506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28" name="Google Shape;702;p22"/>
          <p:cNvGrpSpPr/>
          <p:nvPr/>
        </p:nvGrpSpPr>
        <p:grpSpPr>
          <a:xfrm>
            <a:off x="-954360" y="-1722240"/>
            <a:ext cx="11946960" cy="8173080"/>
            <a:chOff x="-954360" y="-1722240"/>
            <a:chExt cx="11946960" cy="8173080"/>
          </a:xfrm>
        </p:grpSpPr>
        <p:sp>
          <p:nvSpPr>
            <p:cNvPr id="429" name="Google Shape;703;p22"/>
            <p:cNvSpPr/>
            <p:nvPr/>
          </p:nvSpPr>
          <p:spPr>
            <a:xfrm rot="3835800">
              <a:off x="7193520" y="-907920"/>
              <a:ext cx="2042640" cy="1801080"/>
            </a:xfrm>
            <a:custGeom>
              <a:avLst/>
              <a:gdLst>
                <a:gd name="textAreaLeft" fmla="*/ 0 w 2042640"/>
                <a:gd name="textAreaRight" fmla="*/ 2043000 w 2042640"/>
                <a:gd name="textAreaTop" fmla="*/ 0 h 1801080"/>
                <a:gd name="textAreaBottom" fmla="*/ 1801440 h 1801080"/>
              </a:gdLst>
              <a:ahLst/>
              <a:cxnLst/>
              <a:rect l="textAreaLeft" t="textAreaTop" r="textAreaRight" b="textAreaBottom"/>
              <a:pathLst>
                <a:path w="495297" h="436717">
                  <a:moveTo>
                    <a:pt x="180380" y="33690"/>
                  </a:moveTo>
                  <a:cubicBezTo>
                    <a:pt x="95592" y="74333"/>
                    <a:pt x="30596" y="153990"/>
                    <a:pt x="7790" y="245131"/>
                  </a:cubicBezTo>
                  <a:cubicBezTo>
                    <a:pt x="-1495" y="282272"/>
                    <a:pt x="-3939" y="322264"/>
                    <a:pt x="8604" y="358427"/>
                  </a:cubicBezTo>
                  <a:cubicBezTo>
                    <a:pt x="21147" y="394591"/>
                    <a:pt x="50632" y="426274"/>
                    <a:pt x="88017" y="434500"/>
                  </a:cubicBezTo>
                  <a:cubicBezTo>
                    <a:pt x="146009" y="447206"/>
                    <a:pt x="200661" y="403143"/>
                    <a:pt x="238290" y="357287"/>
                  </a:cubicBezTo>
                  <a:cubicBezTo>
                    <a:pt x="275920" y="311350"/>
                    <a:pt x="311024" y="257430"/>
                    <a:pt x="367142" y="238127"/>
                  </a:cubicBezTo>
                  <a:cubicBezTo>
                    <a:pt x="387912" y="230959"/>
                    <a:pt x="410310" y="229168"/>
                    <a:pt x="430673" y="220778"/>
                  </a:cubicBezTo>
                  <a:cubicBezTo>
                    <a:pt x="504628" y="190235"/>
                    <a:pt x="518882" y="77428"/>
                    <a:pt x="453723" y="31246"/>
                  </a:cubicBezTo>
                  <a:cubicBezTo>
                    <a:pt x="382210" y="-19333"/>
                    <a:pt x="253033" y="-1088"/>
                    <a:pt x="180380" y="33690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704;p22"/>
            <p:cNvSpPr/>
            <p:nvPr/>
          </p:nvSpPr>
          <p:spPr>
            <a:xfrm rot="11733600">
              <a:off x="-771840" y="4399920"/>
              <a:ext cx="2670120" cy="1724040"/>
            </a:xfrm>
            <a:custGeom>
              <a:avLst/>
              <a:gdLst>
                <a:gd name="textAreaLeft" fmla="*/ 0 w 2670120"/>
                <a:gd name="textAreaRight" fmla="*/ 2670480 w 2670120"/>
                <a:gd name="textAreaTop" fmla="*/ 0 h 1724040"/>
                <a:gd name="textAreaBottom" fmla="*/ 1724400 h 1724040"/>
              </a:gdLst>
              <a:ahLst/>
              <a:cxnLst/>
              <a:rect l="textAreaLeft" t="textAreaTop" r="textAreaRight" b="textAreaBottom"/>
              <a:pathLst>
                <a:path w="616186" h="397857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4EB6FA">
                <a:alpha val="3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705;p22"/>
            <p:cNvSpPr/>
            <p:nvPr/>
          </p:nvSpPr>
          <p:spPr>
            <a:xfrm rot="4376400">
              <a:off x="-98640" y="4515840"/>
              <a:ext cx="1836360" cy="1634400"/>
            </a:xfrm>
            <a:custGeom>
              <a:avLst/>
              <a:gdLst>
                <a:gd name="textAreaLeft" fmla="*/ 0 w 1836360"/>
                <a:gd name="textAreaRight" fmla="*/ 1836720 w 1836360"/>
                <a:gd name="textAreaTop" fmla="*/ 0 h 1634400"/>
                <a:gd name="textAreaBottom" fmla="*/ 1634760 h 1634400"/>
              </a:gdLst>
              <a:ahLst/>
              <a:cxnLst/>
              <a:rect l="textAreaLeft" t="textAreaTop" r="textAreaRight" b="textAreaBottom"/>
              <a:pathLst>
                <a:path w="1507068" h="1341597">
                  <a:moveTo>
                    <a:pt x="1165897" y="65085"/>
                  </a:moveTo>
                  <a:cubicBezTo>
                    <a:pt x="1137390" y="47085"/>
                    <a:pt x="1108801" y="29085"/>
                    <a:pt x="1080294" y="11085"/>
                  </a:cubicBezTo>
                  <a:cubicBezTo>
                    <a:pt x="1016275" y="-29314"/>
                    <a:pt x="886364" y="49529"/>
                    <a:pt x="836029" y="106054"/>
                  </a:cubicBezTo>
                  <a:cubicBezTo>
                    <a:pt x="785693" y="162580"/>
                    <a:pt x="745539" y="229694"/>
                    <a:pt x="684127" y="273839"/>
                  </a:cubicBezTo>
                  <a:cubicBezTo>
                    <a:pt x="559184" y="363514"/>
                    <a:pt x="384232" y="334355"/>
                    <a:pt x="242592" y="394302"/>
                  </a:cubicBezTo>
                  <a:cubicBezTo>
                    <a:pt x="102581" y="453515"/>
                    <a:pt x="9159" y="601427"/>
                    <a:pt x="689" y="753247"/>
                  </a:cubicBezTo>
                  <a:cubicBezTo>
                    <a:pt x="-7782" y="905068"/>
                    <a:pt x="62590" y="1055993"/>
                    <a:pt x="174093" y="1159352"/>
                  </a:cubicBezTo>
                  <a:cubicBezTo>
                    <a:pt x="285597" y="1262711"/>
                    <a:pt x="434648" y="1320702"/>
                    <a:pt x="585818" y="1336666"/>
                  </a:cubicBezTo>
                  <a:cubicBezTo>
                    <a:pt x="736987" y="1352630"/>
                    <a:pt x="890437" y="1328521"/>
                    <a:pt x="1035660" y="1283317"/>
                  </a:cubicBezTo>
                  <a:cubicBezTo>
                    <a:pt x="1193427" y="1234285"/>
                    <a:pt x="1351356" y="1153243"/>
                    <a:pt x="1437529" y="1012255"/>
                  </a:cubicBezTo>
                  <a:cubicBezTo>
                    <a:pt x="1530137" y="860841"/>
                    <a:pt x="1522481" y="664631"/>
                    <a:pt x="1460091" y="498475"/>
                  </a:cubicBezTo>
                  <a:cubicBezTo>
                    <a:pt x="1397701" y="332319"/>
                    <a:pt x="1316007" y="159810"/>
                    <a:pt x="1165897" y="6508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706;p22"/>
            <p:cNvSpPr/>
            <p:nvPr/>
          </p:nvSpPr>
          <p:spPr>
            <a:xfrm rot="4191600">
              <a:off x="7695720" y="-1096560"/>
              <a:ext cx="3118680" cy="2557440"/>
            </a:xfrm>
            <a:custGeom>
              <a:avLst/>
              <a:gdLst>
                <a:gd name="textAreaLeft" fmla="*/ 0 w 3118680"/>
                <a:gd name="textAreaRight" fmla="*/ 3119040 w 3118680"/>
                <a:gd name="textAreaTop" fmla="*/ 0 h 2557440"/>
                <a:gd name="textAreaBottom" fmla="*/ 2557800 h 2557440"/>
              </a:gdLst>
              <a:ahLst/>
              <a:cxnLst/>
              <a:rect l="textAreaLeft" t="textAreaTop" r="textAreaRight" b="textAreaBottom"/>
              <a:pathLst>
                <a:path w="1640321" h="1345239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69" name="Google Shape;753;p24"/>
          <p:cNvGrpSpPr/>
          <p:nvPr/>
        </p:nvGrpSpPr>
        <p:grpSpPr>
          <a:xfrm>
            <a:off x="387720" y="829080"/>
            <a:ext cx="8458560" cy="3575880"/>
            <a:chOff x="387720" y="829080"/>
            <a:chExt cx="8458560" cy="3575880"/>
          </a:xfrm>
        </p:grpSpPr>
        <p:grpSp>
          <p:nvGrpSpPr>
            <p:cNvPr id="470" name="Google Shape;754;p24"/>
            <p:cNvGrpSpPr/>
            <p:nvPr/>
          </p:nvGrpSpPr>
          <p:grpSpPr>
            <a:xfrm>
              <a:off x="713160" y="829080"/>
              <a:ext cx="188280" cy="188280"/>
              <a:chOff x="713160" y="829080"/>
              <a:chExt cx="188280" cy="188280"/>
            </a:xfrm>
          </p:grpSpPr>
          <p:sp>
            <p:nvSpPr>
              <p:cNvPr id="471" name="Google Shape;755;p24"/>
              <p:cNvSpPr/>
              <p:nvPr/>
            </p:nvSpPr>
            <p:spPr>
              <a:xfrm>
                <a:off x="783720" y="9176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2" name="Google Shape;756;p24"/>
              <p:cNvSpPr/>
              <p:nvPr/>
            </p:nvSpPr>
            <p:spPr>
              <a:xfrm>
                <a:off x="852480" y="9176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3" name="Google Shape;757;p24"/>
              <p:cNvSpPr/>
              <p:nvPr/>
            </p:nvSpPr>
            <p:spPr>
              <a:xfrm>
                <a:off x="713160" y="9176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4" name="Google Shape;758;p24"/>
              <p:cNvSpPr/>
              <p:nvPr/>
            </p:nvSpPr>
            <p:spPr>
              <a:xfrm>
                <a:off x="800280" y="90036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5" name="Google Shape;759;p24"/>
              <p:cNvSpPr/>
              <p:nvPr/>
            </p:nvSpPr>
            <p:spPr>
              <a:xfrm>
                <a:off x="800280" y="9694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6" name="Google Shape;760;p24"/>
              <p:cNvSpPr/>
              <p:nvPr/>
            </p:nvSpPr>
            <p:spPr>
              <a:xfrm>
                <a:off x="800280" y="8290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77" name="Google Shape;761;p24"/>
            <p:cNvGrpSpPr/>
            <p:nvPr/>
          </p:nvGrpSpPr>
          <p:grpSpPr>
            <a:xfrm>
              <a:off x="387720" y="1754280"/>
              <a:ext cx="187920" cy="188640"/>
              <a:chOff x="387720" y="1754280"/>
              <a:chExt cx="187920" cy="188640"/>
            </a:xfrm>
          </p:grpSpPr>
          <p:sp>
            <p:nvSpPr>
              <p:cNvPr id="478" name="Google Shape;762;p24"/>
              <p:cNvSpPr/>
              <p:nvPr/>
            </p:nvSpPr>
            <p:spPr>
              <a:xfrm>
                <a:off x="457920" y="18428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9" name="Google Shape;763;p24"/>
              <p:cNvSpPr/>
              <p:nvPr/>
            </p:nvSpPr>
            <p:spPr>
              <a:xfrm>
                <a:off x="526680" y="18428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0" name="Google Shape;764;p24"/>
              <p:cNvSpPr/>
              <p:nvPr/>
            </p:nvSpPr>
            <p:spPr>
              <a:xfrm>
                <a:off x="387720" y="18428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1" name="Google Shape;765;p24"/>
              <p:cNvSpPr/>
              <p:nvPr/>
            </p:nvSpPr>
            <p:spPr>
              <a:xfrm>
                <a:off x="474840" y="182556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2" name="Google Shape;766;p24"/>
              <p:cNvSpPr/>
              <p:nvPr/>
            </p:nvSpPr>
            <p:spPr>
              <a:xfrm>
                <a:off x="474840" y="189504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3" name="Google Shape;767;p24"/>
              <p:cNvSpPr/>
              <p:nvPr/>
            </p:nvSpPr>
            <p:spPr>
              <a:xfrm>
                <a:off x="474840" y="17542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84" name="Google Shape;768;p24"/>
            <p:cNvGrpSpPr/>
            <p:nvPr/>
          </p:nvGrpSpPr>
          <p:grpSpPr>
            <a:xfrm>
              <a:off x="8164800" y="4216320"/>
              <a:ext cx="188280" cy="188640"/>
              <a:chOff x="8164800" y="4216320"/>
              <a:chExt cx="188280" cy="188640"/>
            </a:xfrm>
          </p:grpSpPr>
          <p:sp>
            <p:nvSpPr>
              <p:cNvPr id="485" name="Google Shape;769;p24"/>
              <p:cNvSpPr/>
              <p:nvPr/>
            </p:nvSpPr>
            <p:spPr>
              <a:xfrm>
                <a:off x="8235000" y="43048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6" name="Google Shape;770;p24"/>
              <p:cNvSpPr/>
              <p:nvPr/>
            </p:nvSpPr>
            <p:spPr>
              <a:xfrm>
                <a:off x="8304120" y="43048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7" name="Google Shape;771;p24"/>
              <p:cNvSpPr/>
              <p:nvPr/>
            </p:nvSpPr>
            <p:spPr>
              <a:xfrm>
                <a:off x="8164800" y="43048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8" name="Google Shape;772;p24"/>
              <p:cNvSpPr/>
              <p:nvPr/>
            </p:nvSpPr>
            <p:spPr>
              <a:xfrm>
                <a:off x="8251920" y="4287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9" name="Google Shape;773;p24"/>
              <p:cNvSpPr/>
              <p:nvPr/>
            </p:nvSpPr>
            <p:spPr>
              <a:xfrm>
                <a:off x="8251920" y="43570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0" name="Google Shape;774;p24"/>
              <p:cNvSpPr/>
              <p:nvPr/>
            </p:nvSpPr>
            <p:spPr>
              <a:xfrm>
                <a:off x="8251920" y="42163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91" name="Google Shape;775;p24"/>
            <p:cNvGrpSpPr/>
            <p:nvPr/>
          </p:nvGrpSpPr>
          <p:grpSpPr>
            <a:xfrm>
              <a:off x="8658000" y="3322440"/>
              <a:ext cx="188280" cy="188640"/>
              <a:chOff x="8658000" y="3322440"/>
              <a:chExt cx="188280" cy="188640"/>
            </a:xfrm>
          </p:grpSpPr>
          <p:sp>
            <p:nvSpPr>
              <p:cNvPr id="492" name="Google Shape;776;p24"/>
              <p:cNvSpPr/>
              <p:nvPr/>
            </p:nvSpPr>
            <p:spPr>
              <a:xfrm>
                <a:off x="8728200" y="34110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3" name="Google Shape;777;p24"/>
              <p:cNvSpPr/>
              <p:nvPr/>
            </p:nvSpPr>
            <p:spPr>
              <a:xfrm>
                <a:off x="8797320" y="34110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4" name="Google Shape;778;p24"/>
              <p:cNvSpPr/>
              <p:nvPr/>
            </p:nvSpPr>
            <p:spPr>
              <a:xfrm>
                <a:off x="8658000" y="34110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5" name="Google Shape;779;p24"/>
              <p:cNvSpPr/>
              <p:nvPr/>
            </p:nvSpPr>
            <p:spPr>
              <a:xfrm>
                <a:off x="8745120" y="33937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6" name="Google Shape;780;p24"/>
              <p:cNvSpPr/>
              <p:nvPr/>
            </p:nvSpPr>
            <p:spPr>
              <a:xfrm>
                <a:off x="8745120" y="34632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7" name="Google Shape;781;p24"/>
              <p:cNvSpPr/>
              <p:nvPr/>
            </p:nvSpPr>
            <p:spPr>
              <a:xfrm>
                <a:off x="8745120" y="33224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98" name="Google Shape;782;p24"/>
          <p:cNvGrpSpPr/>
          <p:nvPr/>
        </p:nvGrpSpPr>
        <p:grpSpPr>
          <a:xfrm>
            <a:off x="-1274040" y="-1424880"/>
            <a:ext cx="11046240" cy="7740720"/>
            <a:chOff x="-1274040" y="-1424880"/>
            <a:chExt cx="11046240" cy="7740720"/>
          </a:xfrm>
        </p:grpSpPr>
        <p:sp>
          <p:nvSpPr>
            <p:cNvPr id="499" name="Google Shape;783;p24"/>
            <p:cNvSpPr/>
            <p:nvPr/>
          </p:nvSpPr>
          <p:spPr>
            <a:xfrm rot="20503200">
              <a:off x="-1013760" y="-219960"/>
              <a:ext cx="2301120" cy="2028960"/>
            </a:xfrm>
            <a:custGeom>
              <a:avLst/>
              <a:gdLst>
                <a:gd name="textAreaLeft" fmla="*/ 0 w 2301120"/>
                <a:gd name="textAreaRight" fmla="*/ 2301480 w 2301120"/>
                <a:gd name="textAreaTop" fmla="*/ 0 h 2028960"/>
                <a:gd name="textAreaBottom" fmla="*/ 2029320 h 2028960"/>
              </a:gdLst>
              <a:ahLst/>
              <a:cxnLst/>
              <a:rect l="textAreaLeft" t="textAreaTop" r="textAreaRight" b="textAreaBottom"/>
              <a:pathLst>
                <a:path w="495297" h="436717">
                  <a:moveTo>
                    <a:pt x="180380" y="33690"/>
                  </a:moveTo>
                  <a:cubicBezTo>
                    <a:pt x="95592" y="74333"/>
                    <a:pt x="30596" y="153990"/>
                    <a:pt x="7790" y="245131"/>
                  </a:cubicBezTo>
                  <a:cubicBezTo>
                    <a:pt x="-1495" y="282272"/>
                    <a:pt x="-3939" y="322264"/>
                    <a:pt x="8604" y="358427"/>
                  </a:cubicBezTo>
                  <a:cubicBezTo>
                    <a:pt x="21147" y="394591"/>
                    <a:pt x="50632" y="426274"/>
                    <a:pt x="88017" y="434500"/>
                  </a:cubicBezTo>
                  <a:cubicBezTo>
                    <a:pt x="146009" y="447206"/>
                    <a:pt x="200661" y="403143"/>
                    <a:pt x="238290" y="357287"/>
                  </a:cubicBezTo>
                  <a:cubicBezTo>
                    <a:pt x="275920" y="311350"/>
                    <a:pt x="311024" y="257430"/>
                    <a:pt x="367142" y="238127"/>
                  </a:cubicBezTo>
                  <a:cubicBezTo>
                    <a:pt x="387912" y="230959"/>
                    <a:pt x="410310" y="229168"/>
                    <a:pt x="430673" y="220778"/>
                  </a:cubicBezTo>
                  <a:cubicBezTo>
                    <a:pt x="504628" y="190235"/>
                    <a:pt x="518882" y="77428"/>
                    <a:pt x="453723" y="31246"/>
                  </a:cubicBezTo>
                  <a:cubicBezTo>
                    <a:pt x="382210" y="-19333"/>
                    <a:pt x="253033" y="-1088"/>
                    <a:pt x="180380" y="33690"/>
                  </a:cubicBezTo>
                  <a:close/>
                </a:path>
              </a:pathLst>
            </a:custGeom>
            <a:solidFill>
              <a:srgbClr val="4EB6FA">
                <a:alpha val="3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784;p24"/>
            <p:cNvSpPr/>
            <p:nvPr/>
          </p:nvSpPr>
          <p:spPr>
            <a:xfrm rot="12146400">
              <a:off x="6343920" y="4313520"/>
              <a:ext cx="1978560" cy="1688400"/>
            </a:xfrm>
            <a:custGeom>
              <a:avLst/>
              <a:gdLst>
                <a:gd name="textAreaLeft" fmla="*/ 0 w 1978560"/>
                <a:gd name="textAreaRight" fmla="*/ 1978920 w 1978560"/>
                <a:gd name="textAreaTop" fmla="*/ 0 h 1688400"/>
                <a:gd name="textAreaBottom" fmla="*/ 1688760 h 1688400"/>
              </a:gdLst>
              <a:ahLst/>
              <a:cxnLst/>
              <a:rect l="textAreaLeft" t="textAreaTop" r="textAreaRight" b="textAreaBottom"/>
              <a:pathLst>
                <a:path w="1480978" h="1263926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785;p24"/>
            <p:cNvSpPr/>
            <p:nvPr/>
          </p:nvSpPr>
          <p:spPr>
            <a:xfrm rot="10800000">
              <a:off x="7200720" y="3895560"/>
              <a:ext cx="2571480" cy="2267280"/>
            </a:xfrm>
            <a:custGeom>
              <a:avLst/>
              <a:gdLst>
                <a:gd name="textAreaLeft" fmla="*/ 0 w 2571480"/>
                <a:gd name="textAreaRight" fmla="*/ 2571840 w 2571480"/>
                <a:gd name="textAreaTop" fmla="*/ 0 h 2267280"/>
                <a:gd name="textAreaBottom" fmla="*/ 2267640 h 2267280"/>
              </a:gdLst>
              <a:ahLst/>
              <a:cxnLst/>
              <a:rect l="textAreaLeft" t="textAreaTop" r="textAreaRight" b="textAreaBottom"/>
              <a:pathLst>
                <a:path w="495297" h="436717">
                  <a:moveTo>
                    <a:pt x="180380" y="33690"/>
                  </a:moveTo>
                  <a:cubicBezTo>
                    <a:pt x="95592" y="74333"/>
                    <a:pt x="30596" y="153990"/>
                    <a:pt x="7790" y="245131"/>
                  </a:cubicBezTo>
                  <a:cubicBezTo>
                    <a:pt x="-1495" y="282272"/>
                    <a:pt x="-3939" y="322264"/>
                    <a:pt x="8604" y="358427"/>
                  </a:cubicBezTo>
                  <a:cubicBezTo>
                    <a:pt x="21147" y="394591"/>
                    <a:pt x="50632" y="426274"/>
                    <a:pt x="88017" y="434500"/>
                  </a:cubicBezTo>
                  <a:cubicBezTo>
                    <a:pt x="146009" y="447206"/>
                    <a:pt x="200661" y="403143"/>
                    <a:pt x="238290" y="357287"/>
                  </a:cubicBezTo>
                  <a:cubicBezTo>
                    <a:pt x="275920" y="311350"/>
                    <a:pt x="311024" y="257430"/>
                    <a:pt x="367142" y="238127"/>
                  </a:cubicBezTo>
                  <a:cubicBezTo>
                    <a:pt x="387912" y="230959"/>
                    <a:pt x="410310" y="229168"/>
                    <a:pt x="430673" y="220778"/>
                  </a:cubicBezTo>
                  <a:cubicBezTo>
                    <a:pt x="504628" y="190235"/>
                    <a:pt x="518882" y="77428"/>
                    <a:pt x="453723" y="31246"/>
                  </a:cubicBezTo>
                  <a:cubicBezTo>
                    <a:pt x="382210" y="-19333"/>
                    <a:pt x="253033" y="-1088"/>
                    <a:pt x="180380" y="3369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786;p24"/>
            <p:cNvSpPr/>
            <p:nvPr/>
          </p:nvSpPr>
          <p:spPr>
            <a:xfrm rot="20177400" flipH="1">
              <a:off x="-195840" y="-1021320"/>
              <a:ext cx="2349720" cy="1635480"/>
            </a:xfrm>
            <a:custGeom>
              <a:avLst/>
              <a:gdLst>
                <a:gd name="textAreaLeft" fmla="*/ -360 w 2349720"/>
                <a:gd name="textAreaRight" fmla="*/ 2349720 w 2349720"/>
                <a:gd name="textAreaTop" fmla="*/ 0 h 1635480"/>
                <a:gd name="textAreaBottom" fmla="*/ 1635840 h 1635480"/>
              </a:gdLst>
              <a:ahLst/>
              <a:cxnLst/>
              <a:rect l="textAreaLeft" t="textAreaTop" r="textAreaRight" b="textAreaBottom"/>
              <a:pathLst>
                <a:path w="532" h="572">
                  <a:moveTo>
                    <a:pt x="354" y="3"/>
                  </a:moveTo>
                  <a:cubicBezTo>
                    <a:pt x="267" y="5"/>
                    <a:pt x="252" y="180"/>
                    <a:pt x="193" y="180"/>
                  </a:cubicBezTo>
                  <a:cubicBezTo>
                    <a:pt x="134" y="180"/>
                    <a:pt x="131" y="119"/>
                    <a:pt x="76" y="119"/>
                  </a:cubicBezTo>
                  <a:cubicBezTo>
                    <a:pt x="0" y="119"/>
                    <a:pt x="4" y="286"/>
                    <a:pt x="4" y="286"/>
                  </a:cubicBezTo>
                  <a:cubicBezTo>
                    <a:pt x="4" y="286"/>
                    <a:pt x="0" y="453"/>
                    <a:pt x="76" y="453"/>
                  </a:cubicBezTo>
                  <a:cubicBezTo>
                    <a:pt x="131" y="453"/>
                    <a:pt x="134" y="392"/>
                    <a:pt x="193" y="392"/>
                  </a:cubicBezTo>
                  <a:cubicBezTo>
                    <a:pt x="252" y="392"/>
                    <a:pt x="267" y="567"/>
                    <a:pt x="354" y="570"/>
                  </a:cubicBezTo>
                  <a:cubicBezTo>
                    <a:pt x="441" y="572"/>
                    <a:pt x="532" y="286"/>
                    <a:pt x="532" y="286"/>
                  </a:cubicBezTo>
                  <a:cubicBezTo>
                    <a:pt x="532" y="286"/>
                    <a:pt x="441" y="0"/>
                    <a:pt x="354" y="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04" name="Google Shape;797;p25"/>
          <p:cNvGrpSpPr/>
          <p:nvPr/>
        </p:nvGrpSpPr>
        <p:grpSpPr>
          <a:xfrm>
            <a:off x="600840" y="350640"/>
            <a:ext cx="8157240" cy="4440600"/>
            <a:chOff x="600840" y="350640"/>
            <a:chExt cx="8157240" cy="4440600"/>
          </a:xfrm>
        </p:grpSpPr>
        <p:grpSp>
          <p:nvGrpSpPr>
            <p:cNvPr id="505" name="Google Shape;798;p25"/>
            <p:cNvGrpSpPr/>
            <p:nvPr/>
          </p:nvGrpSpPr>
          <p:grpSpPr>
            <a:xfrm>
              <a:off x="600840" y="3612960"/>
              <a:ext cx="187920" cy="188280"/>
              <a:chOff x="600840" y="3612960"/>
              <a:chExt cx="187920" cy="188280"/>
            </a:xfrm>
          </p:grpSpPr>
          <p:sp>
            <p:nvSpPr>
              <p:cNvPr id="506" name="Google Shape;799;p25"/>
              <p:cNvSpPr/>
              <p:nvPr/>
            </p:nvSpPr>
            <p:spPr>
              <a:xfrm>
                <a:off x="671040" y="370152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7" name="Google Shape;800;p25"/>
              <p:cNvSpPr/>
              <p:nvPr/>
            </p:nvSpPr>
            <p:spPr>
              <a:xfrm>
                <a:off x="739800" y="370152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8" name="Google Shape;801;p25"/>
              <p:cNvSpPr/>
              <p:nvPr/>
            </p:nvSpPr>
            <p:spPr>
              <a:xfrm>
                <a:off x="600840" y="370152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9" name="Google Shape;802;p25"/>
              <p:cNvSpPr/>
              <p:nvPr/>
            </p:nvSpPr>
            <p:spPr>
              <a:xfrm>
                <a:off x="687960" y="36842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0" name="Google Shape;803;p25"/>
              <p:cNvSpPr/>
              <p:nvPr/>
            </p:nvSpPr>
            <p:spPr>
              <a:xfrm>
                <a:off x="687960" y="375336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1" name="Google Shape;804;p25"/>
              <p:cNvSpPr/>
              <p:nvPr/>
            </p:nvSpPr>
            <p:spPr>
              <a:xfrm>
                <a:off x="687960" y="361296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2" name="Google Shape;805;p25"/>
            <p:cNvGrpSpPr/>
            <p:nvPr/>
          </p:nvGrpSpPr>
          <p:grpSpPr>
            <a:xfrm>
              <a:off x="1981800" y="4602600"/>
              <a:ext cx="187920" cy="188640"/>
              <a:chOff x="1981800" y="4602600"/>
              <a:chExt cx="187920" cy="188640"/>
            </a:xfrm>
          </p:grpSpPr>
          <p:sp>
            <p:nvSpPr>
              <p:cNvPr id="513" name="Google Shape;806;p25"/>
              <p:cNvSpPr/>
              <p:nvPr/>
            </p:nvSpPr>
            <p:spPr>
              <a:xfrm>
                <a:off x="2052000" y="46911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4" name="Google Shape;807;p25"/>
              <p:cNvSpPr/>
              <p:nvPr/>
            </p:nvSpPr>
            <p:spPr>
              <a:xfrm>
                <a:off x="2120760" y="46911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5" name="Google Shape;808;p25"/>
              <p:cNvSpPr/>
              <p:nvPr/>
            </p:nvSpPr>
            <p:spPr>
              <a:xfrm>
                <a:off x="1981800" y="469116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6" name="Google Shape;809;p25"/>
              <p:cNvSpPr/>
              <p:nvPr/>
            </p:nvSpPr>
            <p:spPr>
              <a:xfrm>
                <a:off x="2068920" y="46738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7" name="Google Shape;810;p25"/>
              <p:cNvSpPr/>
              <p:nvPr/>
            </p:nvSpPr>
            <p:spPr>
              <a:xfrm>
                <a:off x="2068920" y="474336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8" name="Google Shape;811;p25"/>
              <p:cNvSpPr/>
              <p:nvPr/>
            </p:nvSpPr>
            <p:spPr>
              <a:xfrm>
                <a:off x="2068920" y="4602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9" name="Google Shape;812;p25"/>
            <p:cNvGrpSpPr/>
            <p:nvPr/>
          </p:nvGrpSpPr>
          <p:grpSpPr>
            <a:xfrm>
              <a:off x="8569800" y="1716120"/>
              <a:ext cx="188280" cy="188640"/>
              <a:chOff x="8569800" y="1716120"/>
              <a:chExt cx="188280" cy="188640"/>
            </a:xfrm>
          </p:grpSpPr>
          <p:sp>
            <p:nvSpPr>
              <p:cNvPr id="520" name="Google Shape;813;p25"/>
              <p:cNvSpPr/>
              <p:nvPr/>
            </p:nvSpPr>
            <p:spPr>
              <a:xfrm>
                <a:off x="8640360" y="18050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1" name="Google Shape;814;p25"/>
              <p:cNvSpPr/>
              <p:nvPr/>
            </p:nvSpPr>
            <p:spPr>
              <a:xfrm>
                <a:off x="8709120" y="18050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815;p25"/>
              <p:cNvSpPr/>
              <p:nvPr/>
            </p:nvSpPr>
            <p:spPr>
              <a:xfrm>
                <a:off x="8569800" y="18050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3" name="Google Shape;816;p25"/>
              <p:cNvSpPr/>
              <p:nvPr/>
            </p:nvSpPr>
            <p:spPr>
              <a:xfrm>
                <a:off x="8656920" y="17874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4" name="Google Shape;817;p25"/>
              <p:cNvSpPr/>
              <p:nvPr/>
            </p:nvSpPr>
            <p:spPr>
              <a:xfrm>
                <a:off x="8656920" y="18568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5" name="Google Shape;818;p25"/>
              <p:cNvSpPr/>
              <p:nvPr/>
            </p:nvSpPr>
            <p:spPr>
              <a:xfrm>
                <a:off x="8656920" y="17161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6" name="Google Shape;819;p25"/>
            <p:cNvGrpSpPr/>
            <p:nvPr/>
          </p:nvGrpSpPr>
          <p:grpSpPr>
            <a:xfrm>
              <a:off x="7743600" y="350640"/>
              <a:ext cx="188280" cy="188640"/>
              <a:chOff x="7743600" y="350640"/>
              <a:chExt cx="188280" cy="188640"/>
            </a:xfrm>
          </p:grpSpPr>
          <p:sp>
            <p:nvSpPr>
              <p:cNvPr id="527" name="Google Shape;820;p25"/>
              <p:cNvSpPr/>
              <p:nvPr/>
            </p:nvSpPr>
            <p:spPr>
              <a:xfrm>
                <a:off x="7813800" y="4392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8" name="Google Shape;821;p25"/>
              <p:cNvSpPr/>
              <p:nvPr/>
            </p:nvSpPr>
            <p:spPr>
              <a:xfrm>
                <a:off x="7882920" y="4392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9" name="Google Shape;822;p25"/>
              <p:cNvSpPr/>
              <p:nvPr/>
            </p:nvSpPr>
            <p:spPr>
              <a:xfrm>
                <a:off x="7743600" y="4392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0" name="Google Shape;823;p25"/>
              <p:cNvSpPr/>
              <p:nvPr/>
            </p:nvSpPr>
            <p:spPr>
              <a:xfrm>
                <a:off x="7830720" y="4219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1" name="Google Shape;824;p25"/>
              <p:cNvSpPr/>
              <p:nvPr/>
            </p:nvSpPr>
            <p:spPr>
              <a:xfrm>
                <a:off x="7830720" y="4914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2" name="Google Shape;825;p25"/>
              <p:cNvSpPr/>
              <p:nvPr/>
            </p:nvSpPr>
            <p:spPr>
              <a:xfrm>
                <a:off x="7830720" y="3506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33" name="Google Shape;826;p25"/>
          <p:cNvGrpSpPr/>
          <p:nvPr/>
        </p:nvGrpSpPr>
        <p:grpSpPr>
          <a:xfrm>
            <a:off x="-1748520" y="-1207800"/>
            <a:ext cx="12684600" cy="8172000"/>
            <a:chOff x="-1748520" y="-1207800"/>
            <a:chExt cx="12684600" cy="8172000"/>
          </a:xfrm>
        </p:grpSpPr>
        <p:sp>
          <p:nvSpPr>
            <p:cNvPr id="534" name="Google Shape;827;p25"/>
            <p:cNvSpPr/>
            <p:nvPr/>
          </p:nvSpPr>
          <p:spPr>
            <a:xfrm rot="4066200">
              <a:off x="7409520" y="-794520"/>
              <a:ext cx="2042280" cy="1800720"/>
            </a:xfrm>
            <a:custGeom>
              <a:avLst/>
              <a:gdLst>
                <a:gd name="textAreaLeft" fmla="*/ 0 w 2042280"/>
                <a:gd name="textAreaRight" fmla="*/ 2042640 w 2042280"/>
                <a:gd name="textAreaTop" fmla="*/ 0 h 1800720"/>
                <a:gd name="textAreaBottom" fmla="*/ 1801080 h 1800720"/>
              </a:gdLst>
              <a:ahLst/>
              <a:cxnLst/>
              <a:rect l="textAreaLeft" t="textAreaTop" r="textAreaRight" b="textAreaBottom"/>
              <a:pathLst>
                <a:path w="495297" h="436717">
                  <a:moveTo>
                    <a:pt x="180380" y="33690"/>
                  </a:moveTo>
                  <a:cubicBezTo>
                    <a:pt x="95592" y="74333"/>
                    <a:pt x="30596" y="153990"/>
                    <a:pt x="7790" y="245131"/>
                  </a:cubicBezTo>
                  <a:cubicBezTo>
                    <a:pt x="-1495" y="282272"/>
                    <a:pt x="-3939" y="322264"/>
                    <a:pt x="8604" y="358427"/>
                  </a:cubicBezTo>
                  <a:cubicBezTo>
                    <a:pt x="21147" y="394591"/>
                    <a:pt x="50632" y="426274"/>
                    <a:pt x="88017" y="434500"/>
                  </a:cubicBezTo>
                  <a:cubicBezTo>
                    <a:pt x="146009" y="447206"/>
                    <a:pt x="200661" y="403143"/>
                    <a:pt x="238290" y="357287"/>
                  </a:cubicBezTo>
                  <a:cubicBezTo>
                    <a:pt x="275920" y="311350"/>
                    <a:pt x="311024" y="257430"/>
                    <a:pt x="367142" y="238127"/>
                  </a:cubicBezTo>
                  <a:cubicBezTo>
                    <a:pt x="387912" y="230959"/>
                    <a:pt x="410310" y="229168"/>
                    <a:pt x="430673" y="220778"/>
                  </a:cubicBezTo>
                  <a:cubicBezTo>
                    <a:pt x="504628" y="190235"/>
                    <a:pt x="518882" y="77428"/>
                    <a:pt x="453723" y="31246"/>
                  </a:cubicBezTo>
                  <a:cubicBezTo>
                    <a:pt x="382210" y="-19333"/>
                    <a:pt x="253033" y="-1088"/>
                    <a:pt x="180380" y="33690"/>
                  </a:cubicBezTo>
                  <a:close/>
                </a:path>
              </a:pathLst>
            </a:custGeom>
            <a:solidFill>
              <a:srgbClr val="4EB6FA">
                <a:alpha val="3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5" name="Google Shape;828;p25"/>
            <p:cNvSpPr/>
            <p:nvPr/>
          </p:nvSpPr>
          <p:spPr>
            <a:xfrm rot="14643600">
              <a:off x="7684920" y="-447480"/>
              <a:ext cx="3106800" cy="2263680"/>
            </a:xfrm>
            <a:custGeom>
              <a:avLst/>
              <a:gdLst>
                <a:gd name="textAreaLeft" fmla="*/ 0 w 3106800"/>
                <a:gd name="textAreaRight" fmla="*/ 3107160 w 3106800"/>
                <a:gd name="textAreaTop" fmla="*/ 0 h 2263680"/>
                <a:gd name="textAreaBottom" fmla="*/ 2264040 h 2263680"/>
              </a:gdLst>
              <a:ahLst/>
              <a:cxnLst/>
              <a:rect l="textAreaLeft" t="textAreaTop" r="textAreaRight" b="textAreaBottom"/>
              <a:pathLst>
                <a:path w="749" h="940">
                  <a:moveTo>
                    <a:pt x="523" y="343"/>
                  </a:moveTo>
                  <a:cubicBezTo>
                    <a:pt x="445" y="317"/>
                    <a:pt x="491" y="0"/>
                    <a:pt x="364" y="0"/>
                  </a:cubicBezTo>
                  <a:cubicBezTo>
                    <a:pt x="237" y="0"/>
                    <a:pt x="251" y="362"/>
                    <a:pt x="212" y="363"/>
                  </a:cubicBezTo>
                  <a:cubicBezTo>
                    <a:pt x="173" y="365"/>
                    <a:pt x="159" y="210"/>
                    <a:pt x="104" y="217"/>
                  </a:cubicBezTo>
                  <a:cubicBezTo>
                    <a:pt x="48" y="224"/>
                    <a:pt x="0" y="470"/>
                    <a:pt x="0" y="470"/>
                  </a:cubicBezTo>
                  <a:cubicBezTo>
                    <a:pt x="0" y="470"/>
                    <a:pt x="0" y="470"/>
                    <a:pt x="0" y="470"/>
                  </a:cubicBezTo>
                  <a:cubicBezTo>
                    <a:pt x="0" y="470"/>
                    <a:pt x="48" y="716"/>
                    <a:pt x="104" y="723"/>
                  </a:cubicBezTo>
                  <a:cubicBezTo>
                    <a:pt x="159" y="730"/>
                    <a:pt x="173" y="574"/>
                    <a:pt x="212" y="576"/>
                  </a:cubicBezTo>
                  <a:cubicBezTo>
                    <a:pt x="251" y="578"/>
                    <a:pt x="237" y="939"/>
                    <a:pt x="364" y="939"/>
                  </a:cubicBezTo>
                  <a:cubicBezTo>
                    <a:pt x="491" y="940"/>
                    <a:pt x="445" y="623"/>
                    <a:pt x="523" y="596"/>
                  </a:cubicBezTo>
                  <a:cubicBezTo>
                    <a:pt x="601" y="570"/>
                    <a:pt x="749" y="636"/>
                    <a:pt x="749" y="470"/>
                  </a:cubicBezTo>
                  <a:cubicBezTo>
                    <a:pt x="749" y="304"/>
                    <a:pt x="601" y="370"/>
                    <a:pt x="523" y="34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6" name="Google Shape;829;p25"/>
            <p:cNvSpPr/>
            <p:nvPr/>
          </p:nvSpPr>
          <p:spPr>
            <a:xfrm rot="13500000">
              <a:off x="-67680" y="4482000"/>
              <a:ext cx="2436120" cy="1899000"/>
            </a:xfrm>
            <a:custGeom>
              <a:avLst/>
              <a:gdLst>
                <a:gd name="textAreaLeft" fmla="*/ 0 w 2436120"/>
                <a:gd name="textAreaRight" fmla="*/ 2436480 w 2436120"/>
                <a:gd name="textAreaTop" fmla="*/ 0 h 1899000"/>
                <a:gd name="textAreaBottom" fmla="*/ 1899360 h 1899000"/>
              </a:gdLst>
              <a:ahLst/>
              <a:cxnLst/>
              <a:rect l="textAreaLeft" t="textAreaTop" r="textAreaRight" b="textAreaBottom"/>
              <a:pathLst>
                <a:path w="1602734" h="1249425">
                  <a:moveTo>
                    <a:pt x="839130" y="6411"/>
                  </a:moveTo>
                  <a:cubicBezTo>
                    <a:pt x="626223" y="-20549"/>
                    <a:pt x="400853" y="37769"/>
                    <a:pt x="237222" y="176639"/>
                  </a:cubicBezTo>
                  <a:cubicBezTo>
                    <a:pt x="73592" y="315510"/>
                    <a:pt x="-21622" y="535911"/>
                    <a:pt x="4197" y="748981"/>
                  </a:cubicBezTo>
                  <a:cubicBezTo>
                    <a:pt x="30016" y="962051"/>
                    <a:pt x="182489" y="1158343"/>
                    <a:pt x="387252" y="1222688"/>
                  </a:cubicBezTo>
                  <a:cubicBezTo>
                    <a:pt x="525226" y="1266019"/>
                    <a:pt x="675010" y="1250706"/>
                    <a:pt x="816162" y="1219023"/>
                  </a:cubicBezTo>
                  <a:cubicBezTo>
                    <a:pt x="957313" y="1187339"/>
                    <a:pt x="1095124" y="1139854"/>
                    <a:pt x="1238230" y="1119004"/>
                  </a:cubicBezTo>
                  <a:cubicBezTo>
                    <a:pt x="1299642" y="1110044"/>
                    <a:pt x="1362928" y="1105809"/>
                    <a:pt x="1419698" y="1080804"/>
                  </a:cubicBezTo>
                  <a:cubicBezTo>
                    <a:pt x="1515890" y="1038451"/>
                    <a:pt x="1579827" y="939572"/>
                    <a:pt x="1597175" y="835887"/>
                  </a:cubicBezTo>
                  <a:cubicBezTo>
                    <a:pt x="1614443" y="732284"/>
                    <a:pt x="1589845" y="625097"/>
                    <a:pt x="1546107" y="529558"/>
                  </a:cubicBezTo>
                  <a:cubicBezTo>
                    <a:pt x="1415707" y="244812"/>
                    <a:pt x="1152709" y="46077"/>
                    <a:pt x="839130" y="6411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7" name="Google Shape;830;p25"/>
            <p:cNvSpPr/>
            <p:nvPr/>
          </p:nvSpPr>
          <p:spPr>
            <a:xfrm rot="12961800">
              <a:off x="-1441800" y="4110120"/>
              <a:ext cx="3250800" cy="2098800"/>
            </a:xfrm>
            <a:custGeom>
              <a:avLst/>
              <a:gdLst>
                <a:gd name="textAreaLeft" fmla="*/ 0 w 3250800"/>
                <a:gd name="textAreaRight" fmla="*/ 3251160 w 3250800"/>
                <a:gd name="textAreaTop" fmla="*/ 0 h 2098800"/>
                <a:gd name="textAreaBottom" fmla="*/ 2099160 h 2098800"/>
              </a:gdLst>
              <a:ahLst/>
              <a:cxnLst/>
              <a:rect l="textAreaLeft" t="textAreaTop" r="textAreaRight" b="textAreaBottom"/>
              <a:pathLst>
                <a:path w="616186" h="397857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713160" y="753840"/>
            <a:ext cx="410364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3" name="Google Shape;1022;p31"/>
          <p:cNvSpPr/>
          <p:nvPr/>
        </p:nvSpPr>
        <p:spPr>
          <a:xfrm>
            <a:off x="713160" y="3611880"/>
            <a:ext cx="4002480" cy="84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44" name="Google Shape;1023;p31"/>
          <p:cNvGrpSpPr/>
          <p:nvPr/>
        </p:nvGrpSpPr>
        <p:grpSpPr>
          <a:xfrm>
            <a:off x="4437360" y="310320"/>
            <a:ext cx="4366080" cy="4348080"/>
            <a:chOff x="4437360" y="310320"/>
            <a:chExt cx="4366080" cy="4348080"/>
          </a:xfrm>
        </p:grpSpPr>
        <p:grpSp>
          <p:nvGrpSpPr>
            <p:cNvPr id="745" name="Google Shape;1024;p31"/>
            <p:cNvGrpSpPr/>
            <p:nvPr/>
          </p:nvGrpSpPr>
          <p:grpSpPr>
            <a:xfrm>
              <a:off x="4437360" y="4470120"/>
              <a:ext cx="187920" cy="188280"/>
              <a:chOff x="4437360" y="4470120"/>
              <a:chExt cx="187920" cy="188280"/>
            </a:xfrm>
          </p:grpSpPr>
          <p:sp>
            <p:nvSpPr>
              <p:cNvPr id="746" name="Google Shape;1025;p31"/>
              <p:cNvSpPr/>
              <p:nvPr/>
            </p:nvSpPr>
            <p:spPr>
              <a:xfrm>
                <a:off x="4507560" y="45586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7" name="Google Shape;1026;p31"/>
              <p:cNvSpPr/>
              <p:nvPr/>
            </p:nvSpPr>
            <p:spPr>
              <a:xfrm>
                <a:off x="4576320" y="45586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8" name="Google Shape;1027;p31"/>
              <p:cNvSpPr/>
              <p:nvPr/>
            </p:nvSpPr>
            <p:spPr>
              <a:xfrm>
                <a:off x="4437360" y="45586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9" name="Google Shape;1028;p31"/>
              <p:cNvSpPr/>
              <p:nvPr/>
            </p:nvSpPr>
            <p:spPr>
              <a:xfrm>
                <a:off x="4524480" y="45414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0" name="Google Shape;1029;p31"/>
              <p:cNvSpPr/>
              <p:nvPr/>
            </p:nvSpPr>
            <p:spPr>
              <a:xfrm>
                <a:off x="4524480" y="461052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1" name="Google Shape;1030;p31"/>
              <p:cNvSpPr/>
              <p:nvPr/>
            </p:nvSpPr>
            <p:spPr>
              <a:xfrm>
                <a:off x="4524480" y="44701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52" name="Google Shape;1031;p31"/>
            <p:cNvGrpSpPr/>
            <p:nvPr/>
          </p:nvGrpSpPr>
          <p:grpSpPr>
            <a:xfrm>
              <a:off x="8476560" y="4254120"/>
              <a:ext cx="326880" cy="328320"/>
              <a:chOff x="8476560" y="4254120"/>
              <a:chExt cx="326880" cy="328320"/>
            </a:xfrm>
          </p:grpSpPr>
          <p:sp>
            <p:nvSpPr>
              <p:cNvPr id="753" name="Google Shape;1032;p31"/>
              <p:cNvSpPr/>
              <p:nvPr/>
            </p:nvSpPr>
            <p:spPr>
              <a:xfrm>
                <a:off x="8617680" y="4413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4" name="Google Shape;1033;p31"/>
              <p:cNvSpPr/>
              <p:nvPr/>
            </p:nvSpPr>
            <p:spPr>
              <a:xfrm>
                <a:off x="8686440" y="4413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5" name="Google Shape;1034;p31"/>
              <p:cNvSpPr/>
              <p:nvPr/>
            </p:nvSpPr>
            <p:spPr>
              <a:xfrm>
                <a:off x="8755560" y="4413240"/>
                <a:ext cx="4788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6" name="Google Shape;1035;p31"/>
              <p:cNvSpPr/>
              <p:nvPr/>
            </p:nvSpPr>
            <p:spPr>
              <a:xfrm>
                <a:off x="8547480" y="4413240"/>
                <a:ext cx="4824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7" name="Google Shape;1036;p31"/>
              <p:cNvSpPr/>
              <p:nvPr/>
            </p:nvSpPr>
            <p:spPr>
              <a:xfrm>
                <a:off x="8476560" y="4413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8" name="Google Shape;1037;p31"/>
              <p:cNvSpPr/>
              <p:nvPr/>
            </p:nvSpPr>
            <p:spPr>
              <a:xfrm>
                <a:off x="8634960" y="43956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9" name="Google Shape;1038;p31"/>
              <p:cNvSpPr/>
              <p:nvPr/>
            </p:nvSpPr>
            <p:spPr>
              <a:xfrm>
                <a:off x="8634960" y="4465080"/>
                <a:ext cx="1224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0" name="Google Shape;1039;p31"/>
              <p:cNvSpPr/>
              <p:nvPr/>
            </p:nvSpPr>
            <p:spPr>
              <a:xfrm>
                <a:off x="8634960" y="45331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1" name="Google Shape;1040;p31"/>
              <p:cNvSpPr/>
              <p:nvPr/>
            </p:nvSpPr>
            <p:spPr>
              <a:xfrm>
                <a:off x="8634960" y="43243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2" name="Google Shape;1041;p31"/>
              <p:cNvSpPr/>
              <p:nvPr/>
            </p:nvSpPr>
            <p:spPr>
              <a:xfrm>
                <a:off x="8634960" y="42541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63" name="Google Shape;1042;p31"/>
            <p:cNvGrpSpPr/>
            <p:nvPr/>
          </p:nvGrpSpPr>
          <p:grpSpPr>
            <a:xfrm>
              <a:off x="8430840" y="310320"/>
              <a:ext cx="188280" cy="188640"/>
              <a:chOff x="8430840" y="310320"/>
              <a:chExt cx="188280" cy="188640"/>
            </a:xfrm>
          </p:grpSpPr>
          <p:sp>
            <p:nvSpPr>
              <p:cNvPr id="764" name="Google Shape;1043;p31"/>
              <p:cNvSpPr/>
              <p:nvPr/>
            </p:nvSpPr>
            <p:spPr>
              <a:xfrm>
                <a:off x="8501040" y="39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5" name="Google Shape;1044;p31"/>
              <p:cNvSpPr/>
              <p:nvPr/>
            </p:nvSpPr>
            <p:spPr>
              <a:xfrm>
                <a:off x="8570160" y="39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6" name="Google Shape;1045;p31"/>
              <p:cNvSpPr/>
              <p:nvPr/>
            </p:nvSpPr>
            <p:spPr>
              <a:xfrm>
                <a:off x="8430840" y="399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7" name="Google Shape;1046;p31"/>
              <p:cNvSpPr/>
              <p:nvPr/>
            </p:nvSpPr>
            <p:spPr>
              <a:xfrm>
                <a:off x="8517960" y="381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8" name="Google Shape;1047;p31"/>
              <p:cNvSpPr/>
              <p:nvPr/>
            </p:nvSpPr>
            <p:spPr>
              <a:xfrm>
                <a:off x="8517960" y="4510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9" name="Google Shape;1048;p31"/>
              <p:cNvSpPr/>
              <p:nvPr/>
            </p:nvSpPr>
            <p:spPr>
              <a:xfrm>
                <a:off x="8517960" y="3103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770" name="Google Shape;1049;p31"/>
          <p:cNvGrpSpPr/>
          <p:nvPr/>
        </p:nvGrpSpPr>
        <p:grpSpPr>
          <a:xfrm>
            <a:off x="-2031840" y="-2321640"/>
            <a:ext cx="5291280" cy="9559080"/>
            <a:chOff x="-2031840" y="-2321640"/>
            <a:chExt cx="5291280" cy="9559080"/>
          </a:xfrm>
        </p:grpSpPr>
        <p:sp>
          <p:nvSpPr>
            <p:cNvPr id="771" name="Google Shape;1050;p31"/>
            <p:cNvSpPr/>
            <p:nvPr/>
          </p:nvSpPr>
          <p:spPr>
            <a:xfrm rot="14263800">
              <a:off x="-1677240" y="3957840"/>
              <a:ext cx="3117960" cy="2557080"/>
            </a:xfrm>
            <a:custGeom>
              <a:avLst/>
              <a:gdLst>
                <a:gd name="textAreaLeft" fmla="*/ 0 w 3117960"/>
                <a:gd name="textAreaRight" fmla="*/ 3118320 w 3117960"/>
                <a:gd name="textAreaTop" fmla="*/ 0 h 2557080"/>
                <a:gd name="textAreaBottom" fmla="*/ 2557440 h 2557080"/>
              </a:gdLst>
              <a:ahLst/>
              <a:cxnLst/>
              <a:rect l="textAreaLeft" t="textAreaTop" r="textAreaRight" b="textAreaBottom"/>
              <a:pathLst>
                <a:path w="1640321" h="1345239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1051;p31"/>
            <p:cNvSpPr/>
            <p:nvPr/>
          </p:nvSpPr>
          <p:spPr>
            <a:xfrm rot="19448400">
              <a:off x="-721440" y="-1462320"/>
              <a:ext cx="3665160" cy="2263680"/>
            </a:xfrm>
            <a:custGeom>
              <a:avLst/>
              <a:gdLst>
                <a:gd name="textAreaLeft" fmla="*/ 0 w 3665160"/>
                <a:gd name="textAreaRight" fmla="*/ 3665520 w 3665160"/>
                <a:gd name="textAreaTop" fmla="*/ 0 h 2263680"/>
                <a:gd name="textAreaBottom" fmla="*/ 2264040 h 2263680"/>
              </a:gdLst>
              <a:ahLst/>
              <a:cxnLst/>
              <a:rect l="textAreaLeft" t="textAreaTop" r="textAreaRight" b="textAreaBottom"/>
              <a:pathLst>
                <a:path w="749" h="940">
                  <a:moveTo>
                    <a:pt x="523" y="343"/>
                  </a:moveTo>
                  <a:cubicBezTo>
                    <a:pt x="445" y="317"/>
                    <a:pt x="491" y="0"/>
                    <a:pt x="364" y="0"/>
                  </a:cubicBezTo>
                  <a:cubicBezTo>
                    <a:pt x="237" y="0"/>
                    <a:pt x="251" y="362"/>
                    <a:pt x="212" y="363"/>
                  </a:cubicBezTo>
                  <a:cubicBezTo>
                    <a:pt x="173" y="365"/>
                    <a:pt x="159" y="210"/>
                    <a:pt x="104" y="217"/>
                  </a:cubicBezTo>
                  <a:cubicBezTo>
                    <a:pt x="48" y="224"/>
                    <a:pt x="0" y="470"/>
                    <a:pt x="0" y="470"/>
                  </a:cubicBezTo>
                  <a:cubicBezTo>
                    <a:pt x="0" y="470"/>
                    <a:pt x="0" y="470"/>
                    <a:pt x="0" y="470"/>
                  </a:cubicBezTo>
                  <a:cubicBezTo>
                    <a:pt x="0" y="470"/>
                    <a:pt x="48" y="716"/>
                    <a:pt x="104" y="723"/>
                  </a:cubicBezTo>
                  <a:cubicBezTo>
                    <a:pt x="159" y="730"/>
                    <a:pt x="173" y="574"/>
                    <a:pt x="212" y="576"/>
                  </a:cubicBezTo>
                  <a:cubicBezTo>
                    <a:pt x="251" y="578"/>
                    <a:pt x="237" y="939"/>
                    <a:pt x="364" y="939"/>
                  </a:cubicBezTo>
                  <a:cubicBezTo>
                    <a:pt x="491" y="940"/>
                    <a:pt x="445" y="623"/>
                    <a:pt x="523" y="596"/>
                  </a:cubicBezTo>
                  <a:cubicBezTo>
                    <a:pt x="601" y="570"/>
                    <a:pt x="749" y="636"/>
                    <a:pt x="749" y="470"/>
                  </a:cubicBezTo>
                  <a:cubicBezTo>
                    <a:pt x="749" y="304"/>
                    <a:pt x="601" y="370"/>
                    <a:pt x="523" y="34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713160" y="753840"/>
            <a:ext cx="410364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3" name="Google Shape;1022;p31"/>
          <p:cNvSpPr/>
          <p:nvPr/>
        </p:nvSpPr>
        <p:spPr>
          <a:xfrm>
            <a:off x="713160" y="3611880"/>
            <a:ext cx="4002480" cy="84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75" name="Google Shape;1023;p31"/>
          <p:cNvGrpSpPr/>
          <p:nvPr/>
        </p:nvGrpSpPr>
        <p:grpSpPr>
          <a:xfrm>
            <a:off x="4437360" y="310320"/>
            <a:ext cx="4366080" cy="4348080"/>
            <a:chOff x="4437360" y="310320"/>
            <a:chExt cx="4366080" cy="4348080"/>
          </a:xfrm>
        </p:grpSpPr>
        <p:grpSp>
          <p:nvGrpSpPr>
            <p:cNvPr id="776" name="Google Shape;1024;p31"/>
            <p:cNvGrpSpPr/>
            <p:nvPr/>
          </p:nvGrpSpPr>
          <p:grpSpPr>
            <a:xfrm>
              <a:off x="4437360" y="4470120"/>
              <a:ext cx="187920" cy="188280"/>
              <a:chOff x="4437360" y="4470120"/>
              <a:chExt cx="187920" cy="188280"/>
            </a:xfrm>
          </p:grpSpPr>
          <p:sp>
            <p:nvSpPr>
              <p:cNvPr id="746" name="Google Shape;1025;p31"/>
              <p:cNvSpPr/>
              <p:nvPr/>
            </p:nvSpPr>
            <p:spPr>
              <a:xfrm>
                <a:off x="4507560" y="45586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7" name="Google Shape;1026;p31"/>
              <p:cNvSpPr/>
              <p:nvPr/>
            </p:nvSpPr>
            <p:spPr>
              <a:xfrm>
                <a:off x="4576320" y="45586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8" name="Google Shape;1027;p31"/>
              <p:cNvSpPr/>
              <p:nvPr/>
            </p:nvSpPr>
            <p:spPr>
              <a:xfrm>
                <a:off x="4437360" y="45586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9" name="Google Shape;1028;p31"/>
              <p:cNvSpPr/>
              <p:nvPr/>
            </p:nvSpPr>
            <p:spPr>
              <a:xfrm>
                <a:off x="4524480" y="45414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0" name="Google Shape;1029;p31"/>
              <p:cNvSpPr/>
              <p:nvPr/>
            </p:nvSpPr>
            <p:spPr>
              <a:xfrm>
                <a:off x="4524480" y="461052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1" name="Google Shape;1030;p31"/>
              <p:cNvSpPr/>
              <p:nvPr/>
            </p:nvSpPr>
            <p:spPr>
              <a:xfrm>
                <a:off x="4524480" y="44701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77" name="Google Shape;1031;p31"/>
            <p:cNvGrpSpPr/>
            <p:nvPr/>
          </p:nvGrpSpPr>
          <p:grpSpPr>
            <a:xfrm>
              <a:off x="8476560" y="4254120"/>
              <a:ext cx="326880" cy="328320"/>
              <a:chOff x="8476560" y="4254120"/>
              <a:chExt cx="326880" cy="328320"/>
            </a:xfrm>
          </p:grpSpPr>
          <p:sp>
            <p:nvSpPr>
              <p:cNvPr id="753" name="Google Shape;1032;p31"/>
              <p:cNvSpPr/>
              <p:nvPr/>
            </p:nvSpPr>
            <p:spPr>
              <a:xfrm>
                <a:off x="8617680" y="4413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4" name="Google Shape;1033;p31"/>
              <p:cNvSpPr/>
              <p:nvPr/>
            </p:nvSpPr>
            <p:spPr>
              <a:xfrm>
                <a:off x="8686440" y="4413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5" name="Google Shape;1034;p31"/>
              <p:cNvSpPr/>
              <p:nvPr/>
            </p:nvSpPr>
            <p:spPr>
              <a:xfrm>
                <a:off x="8755560" y="4413240"/>
                <a:ext cx="4788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6" name="Google Shape;1035;p31"/>
              <p:cNvSpPr/>
              <p:nvPr/>
            </p:nvSpPr>
            <p:spPr>
              <a:xfrm>
                <a:off x="8547480" y="4413240"/>
                <a:ext cx="4824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7" name="Google Shape;1036;p31"/>
              <p:cNvSpPr/>
              <p:nvPr/>
            </p:nvSpPr>
            <p:spPr>
              <a:xfrm>
                <a:off x="8476560" y="4413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8" name="Google Shape;1037;p31"/>
              <p:cNvSpPr/>
              <p:nvPr/>
            </p:nvSpPr>
            <p:spPr>
              <a:xfrm>
                <a:off x="8634960" y="43956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9" name="Google Shape;1038;p31"/>
              <p:cNvSpPr/>
              <p:nvPr/>
            </p:nvSpPr>
            <p:spPr>
              <a:xfrm>
                <a:off x="8634960" y="4465080"/>
                <a:ext cx="1224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0" name="Google Shape;1039;p31"/>
              <p:cNvSpPr/>
              <p:nvPr/>
            </p:nvSpPr>
            <p:spPr>
              <a:xfrm>
                <a:off x="8634960" y="45331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1" name="Google Shape;1040;p31"/>
              <p:cNvSpPr/>
              <p:nvPr/>
            </p:nvSpPr>
            <p:spPr>
              <a:xfrm>
                <a:off x="8634960" y="43243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2" name="Google Shape;1041;p31"/>
              <p:cNvSpPr/>
              <p:nvPr/>
            </p:nvSpPr>
            <p:spPr>
              <a:xfrm>
                <a:off x="8634960" y="42541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78" name="Google Shape;1042;p31"/>
            <p:cNvGrpSpPr/>
            <p:nvPr/>
          </p:nvGrpSpPr>
          <p:grpSpPr>
            <a:xfrm>
              <a:off x="8430840" y="310320"/>
              <a:ext cx="188280" cy="188640"/>
              <a:chOff x="8430840" y="310320"/>
              <a:chExt cx="188280" cy="188640"/>
            </a:xfrm>
          </p:grpSpPr>
          <p:sp>
            <p:nvSpPr>
              <p:cNvPr id="764" name="Google Shape;1043;p31"/>
              <p:cNvSpPr/>
              <p:nvPr/>
            </p:nvSpPr>
            <p:spPr>
              <a:xfrm>
                <a:off x="8501040" y="39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5" name="Google Shape;1044;p31"/>
              <p:cNvSpPr/>
              <p:nvPr/>
            </p:nvSpPr>
            <p:spPr>
              <a:xfrm>
                <a:off x="8570160" y="39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6" name="Google Shape;1045;p31"/>
              <p:cNvSpPr/>
              <p:nvPr/>
            </p:nvSpPr>
            <p:spPr>
              <a:xfrm>
                <a:off x="8430840" y="399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7" name="Google Shape;1046;p31"/>
              <p:cNvSpPr/>
              <p:nvPr/>
            </p:nvSpPr>
            <p:spPr>
              <a:xfrm>
                <a:off x="8517960" y="381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8" name="Google Shape;1047;p31"/>
              <p:cNvSpPr/>
              <p:nvPr/>
            </p:nvSpPr>
            <p:spPr>
              <a:xfrm>
                <a:off x="8517960" y="4510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9" name="Google Shape;1048;p31"/>
              <p:cNvSpPr/>
              <p:nvPr/>
            </p:nvSpPr>
            <p:spPr>
              <a:xfrm>
                <a:off x="8517960" y="3103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779" name="Google Shape;1049;p31"/>
          <p:cNvGrpSpPr/>
          <p:nvPr/>
        </p:nvGrpSpPr>
        <p:grpSpPr>
          <a:xfrm>
            <a:off x="-2031840" y="-2321640"/>
            <a:ext cx="5291280" cy="9559080"/>
            <a:chOff x="-2031840" y="-2321640"/>
            <a:chExt cx="5291280" cy="9559080"/>
          </a:xfrm>
        </p:grpSpPr>
        <p:sp>
          <p:nvSpPr>
            <p:cNvPr id="771" name="Google Shape;1050;p31"/>
            <p:cNvSpPr/>
            <p:nvPr/>
          </p:nvSpPr>
          <p:spPr>
            <a:xfrm rot="14263800">
              <a:off x="-1677240" y="3957840"/>
              <a:ext cx="3117960" cy="2557080"/>
            </a:xfrm>
            <a:custGeom>
              <a:avLst/>
              <a:gdLst>
                <a:gd name="textAreaLeft" fmla="*/ 0 w 3117960"/>
                <a:gd name="textAreaRight" fmla="*/ 3118320 w 3117960"/>
                <a:gd name="textAreaTop" fmla="*/ 0 h 2557080"/>
                <a:gd name="textAreaBottom" fmla="*/ 2557440 h 2557080"/>
              </a:gdLst>
              <a:ahLst/>
              <a:cxnLst/>
              <a:rect l="textAreaLeft" t="textAreaTop" r="textAreaRight" b="textAreaBottom"/>
              <a:pathLst>
                <a:path w="1640321" h="1345239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1051;p31"/>
            <p:cNvSpPr/>
            <p:nvPr/>
          </p:nvSpPr>
          <p:spPr>
            <a:xfrm rot="19448400">
              <a:off x="-721440" y="-1462320"/>
              <a:ext cx="3665160" cy="2263680"/>
            </a:xfrm>
            <a:custGeom>
              <a:avLst/>
              <a:gdLst>
                <a:gd name="textAreaLeft" fmla="*/ 0 w 3665160"/>
                <a:gd name="textAreaRight" fmla="*/ 3665520 w 3665160"/>
                <a:gd name="textAreaTop" fmla="*/ 0 h 2263680"/>
                <a:gd name="textAreaBottom" fmla="*/ 2264040 h 2263680"/>
              </a:gdLst>
              <a:ahLst/>
              <a:cxnLst/>
              <a:rect l="textAreaLeft" t="textAreaTop" r="textAreaRight" b="textAreaBottom"/>
              <a:pathLst>
                <a:path w="749" h="940">
                  <a:moveTo>
                    <a:pt x="523" y="343"/>
                  </a:moveTo>
                  <a:cubicBezTo>
                    <a:pt x="445" y="317"/>
                    <a:pt x="491" y="0"/>
                    <a:pt x="364" y="0"/>
                  </a:cubicBezTo>
                  <a:cubicBezTo>
                    <a:pt x="237" y="0"/>
                    <a:pt x="251" y="362"/>
                    <a:pt x="212" y="363"/>
                  </a:cubicBezTo>
                  <a:cubicBezTo>
                    <a:pt x="173" y="365"/>
                    <a:pt x="159" y="210"/>
                    <a:pt x="104" y="217"/>
                  </a:cubicBezTo>
                  <a:cubicBezTo>
                    <a:pt x="48" y="224"/>
                    <a:pt x="0" y="470"/>
                    <a:pt x="0" y="470"/>
                  </a:cubicBezTo>
                  <a:cubicBezTo>
                    <a:pt x="0" y="470"/>
                    <a:pt x="0" y="470"/>
                    <a:pt x="0" y="470"/>
                  </a:cubicBezTo>
                  <a:cubicBezTo>
                    <a:pt x="0" y="470"/>
                    <a:pt x="48" y="716"/>
                    <a:pt x="104" y="723"/>
                  </a:cubicBezTo>
                  <a:cubicBezTo>
                    <a:pt x="159" y="730"/>
                    <a:pt x="173" y="574"/>
                    <a:pt x="212" y="576"/>
                  </a:cubicBezTo>
                  <a:cubicBezTo>
                    <a:pt x="251" y="578"/>
                    <a:pt x="237" y="939"/>
                    <a:pt x="364" y="939"/>
                  </a:cubicBezTo>
                  <a:cubicBezTo>
                    <a:pt x="491" y="940"/>
                    <a:pt x="445" y="623"/>
                    <a:pt x="523" y="596"/>
                  </a:cubicBezTo>
                  <a:cubicBezTo>
                    <a:pt x="601" y="570"/>
                    <a:pt x="749" y="636"/>
                    <a:pt x="749" y="470"/>
                  </a:cubicBezTo>
                  <a:cubicBezTo>
                    <a:pt x="749" y="304"/>
                    <a:pt x="601" y="370"/>
                    <a:pt x="523" y="34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1" name="Google Shape;1053;p32"/>
          <p:cNvGrpSpPr/>
          <p:nvPr/>
        </p:nvGrpSpPr>
        <p:grpSpPr>
          <a:xfrm>
            <a:off x="312840" y="256320"/>
            <a:ext cx="7979040" cy="4540680"/>
            <a:chOff x="312840" y="256320"/>
            <a:chExt cx="7979040" cy="4540680"/>
          </a:xfrm>
        </p:grpSpPr>
        <p:grpSp>
          <p:nvGrpSpPr>
            <p:cNvPr id="782" name="Google Shape;1054;p32"/>
            <p:cNvGrpSpPr/>
            <p:nvPr/>
          </p:nvGrpSpPr>
          <p:grpSpPr>
            <a:xfrm>
              <a:off x="312840" y="3009600"/>
              <a:ext cx="187560" cy="188640"/>
              <a:chOff x="312840" y="3009600"/>
              <a:chExt cx="187560" cy="188640"/>
            </a:xfrm>
          </p:grpSpPr>
          <p:sp>
            <p:nvSpPr>
              <p:cNvPr id="783" name="Google Shape;1055;p32"/>
              <p:cNvSpPr/>
              <p:nvPr/>
            </p:nvSpPr>
            <p:spPr>
              <a:xfrm flipH="1">
                <a:off x="381600" y="309852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4" name="Google Shape;1056;p32"/>
              <p:cNvSpPr/>
              <p:nvPr/>
            </p:nvSpPr>
            <p:spPr>
              <a:xfrm flipH="1">
                <a:off x="312840" y="309852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5" name="Google Shape;1057;p32"/>
              <p:cNvSpPr/>
              <p:nvPr/>
            </p:nvSpPr>
            <p:spPr>
              <a:xfrm flipH="1">
                <a:off x="450720" y="309852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6" name="Google Shape;1058;p32"/>
              <p:cNvSpPr/>
              <p:nvPr/>
            </p:nvSpPr>
            <p:spPr>
              <a:xfrm flipH="1">
                <a:off x="400320" y="30808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7" name="Google Shape;1059;p32"/>
              <p:cNvSpPr/>
              <p:nvPr/>
            </p:nvSpPr>
            <p:spPr>
              <a:xfrm flipH="1">
                <a:off x="400320" y="315036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8" name="Google Shape;1060;p32"/>
              <p:cNvSpPr/>
              <p:nvPr/>
            </p:nvSpPr>
            <p:spPr>
              <a:xfrm flipH="1">
                <a:off x="400320" y="3009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89" name="Google Shape;1061;p32"/>
            <p:cNvGrpSpPr/>
            <p:nvPr/>
          </p:nvGrpSpPr>
          <p:grpSpPr>
            <a:xfrm>
              <a:off x="8104320" y="984600"/>
              <a:ext cx="187560" cy="188280"/>
              <a:chOff x="8104320" y="984600"/>
              <a:chExt cx="187560" cy="188280"/>
            </a:xfrm>
          </p:grpSpPr>
          <p:sp>
            <p:nvSpPr>
              <p:cNvPr id="790" name="Google Shape;1062;p32"/>
              <p:cNvSpPr/>
              <p:nvPr/>
            </p:nvSpPr>
            <p:spPr>
              <a:xfrm flipH="1">
                <a:off x="8173080" y="10731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1" name="Google Shape;1063;p32"/>
              <p:cNvSpPr/>
              <p:nvPr/>
            </p:nvSpPr>
            <p:spPr>
              <a:xfrm flipH="1">
                <a:off x="8104320" y="10731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2" name="Google Shape;1064;p32"/>
              <p:cNvSpPr/>
              <p:nvPr/>
            </p:nvSpPr>
            <p:spPr>
              <a:xfrm flipH="1">
                <a:off x="8242200" y="107316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3" name="Google Shape;1065;p32"/>
              <p:cNvSpPr/>
              <p:nvPr/>
            </p:nvSpPr>
            <p:spPr>
              <a:xfrm flipH="1">
                <a:off x="8191800" y="10558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4" name="Google Shape;1066;p32"/>
              <p:cNvSpPr/>
              <p:nvPr/>
            </p:nvSpPr>
            <p:spPr>
              <a:xfrm flipH="1">
                <a:off x="8191800" y="11250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5" name="Google Shape;1067;p32"/>
              <p:cNvSpPr/>
              <p:nvPr/>
            </p:nvSpPr>
            <p:spPr>
              <a:xfrm flipH="1">
                <a:off x="8191800" y="984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96" name="Google Shape;1068;p32"/>
            <p:cNvGrpSpPr/>
            <p:nvPr/>
          </p:nvGrpSpPr>
          <p:grpSpPr>
            <a:xfrm>
              <a:off x="6638400" y="256320"/>
              <a:ext cx="187920" cy="188280"/>
              <a:chOff x="6638400" y="256320"/>
              <a:chExt cx="187920" cy="188280"/>
            </a:xfrm>
          </p:grpSpPr>
          <p:sp>
            <p:nvSpPr>
              <p:cNvPr id="797" name="Google Shape;1069;p32"/>
              <p:cNvSpPr/>
              <p:nvPr/>
            </p:nvSpPr>
            <p:spPr>
              <a:xfrm flipH="1">
                <a:off x="6707520" y="3448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8" name="Google Shape;1070;p32"/>
              <p:cNvSpPr/>
              <p:nvPr/>
            </p:nvSpPr>
            <p:spPr>
              <a:xfrm flipH="1">
                <a:off x="6638400" y="3448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9" name="Google Shape;1071;p32"/>
              <p:cNvSpPr/>
              <p:nvPr/>
            </p:nvSpPr>
            <p:spPr>
              <a:xfrm flipH="1">
                <a:off x="6776640" y="3448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0" name="Google Shape;1072;p32"/>
              <p:cNvSpPr/>
              <p:nvPr/>
            </p:nvSpPr>
            <p:spPr>
              <a:xfrm flipH="1">
                <a:off x="6725880" y="327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1" name="Google Shape;1073;p32"/>
              <p:cNvSpPr/>
              <p:nvPr/>
            </p:nvSpPr>
            <p:spPr>
              <a:xfrm flipH="1">
                <a:off x="6725880" y="39672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2" name="Google Shape;1074;p32"/>
              <p:cNvSpPr/>
              <p:nvPr/>
            </p:nvSpPr>
            <p:spPr>
              <a:xfrm flipH="1">
                <a:off x="6725880" y="2563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03" name="Google Shape;1075;p32"/>
            <p:cNvGrpSpPr/>
            <p:nvPr/>
          </p:nvGrpSpPr>
          <p:grpSpPr>
            <a:xfrm>
              <a:off x="1300320" y="4608720"/>
              <a:ext cx="187920" cy="188280"/>
              <a:chOff x="1300320" y="4608720"/>
              <a:chExt cx="187920" cy="188280"/>
            </a:xfrm>
          </p:grpSpPr>
          <p:sp>
            <p:nvSpPr>
              <p:cNvPr id="804" name="Google Shape;1076;p32"/>
              <p:cNvSpPr/>
              <p:nvPr/>
            </p:nvSpPr>
            <p:spPr>
              <a:xfrm flipH="1">
                <a:off x="1369440" y="46972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5" name="Google Shape;1077;p32"/>
              <p:cNvSpPr/>
              <p:nvPr/>
            </p:nvSpPr>
            <p:spPr>
              <a:xfrm flipH="1">
                <a:off x="1300320" y="46972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6" name="Google Shape;1078;p32"/>
              <p:cNvSpPr/>
              <p:nvPr/>
            </p:nvSpPr>
            <p:spPr>
              <a:xfrm flipH="1">
                <a:off x="1438560" y="46972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7" name="Google Shape;1079;p32"/>
              <p:cNvSpPr/>
              <p:nvPr/>
            </p:nvSpPr>
            <p:spPr>
              <a:xfrm flipH="1">
                <a:off x="1387800" y="46800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8" name="Google Shape;1080;p32"/>
              <p:cNvSpPr/>
              <p:nvPr/>
            </p:nvSpPr>
            <p:spPr>
              <a:xfrm flipH="1">
                <a:off x="1387800" y="474912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9" name="Google Shape;1081;p32"/>
              <p:cNvSpPr/>
              <p:nvPr/>
            </p:nvSpPr>
            <p:spPr>
              <a:xfrm flipH="1">
                <a:off x="1387800" y="46087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810" name="Google Shape;1082;p32"/>
          <p:cNvGrpSpPr/>
          <p:nvPr/>
        </p:nvGrpSpPr>
        <p:grpSpPr>
          <a:xfrm>
            <a:off x="-2145600" y="-2042640"/>
            <a:ext cx="13267800" cy="8850600"/>
            <a:chOff x="-2145600" y="-2042640"/>
            <a:chExt cx="13267800" cy="8850600"/>
          </a:xfrm>
        </p:grpSpPr>
        <p:sp>
          <p:nvSpPr>
            <p:cNvPr id="811" name="Google Shape;1083;p32"/>
            <p:cNvSpPr/>
            <p:nvPr/>
          </p:nvSpPr>
          <p:spPr>
            <a:xfrm rot="1571400">
              <a:off x="6980760" y="-1722240"/>
              <a:ext cx="2064600" cy="2639880"/>
            </a:xfrm>
            <a:custGeom>
              <a:avLst/>
              <a:gdLst>
                <a:gd name="textAreaLeft" fmla="*/ 0 w 2064600"/>
                <a:gd name="textAreaRight" fmla="*/ 2064960 w 2064600"/>
                <a:gd name="textAreaTop" fmla="*/ 0 h 2639880"/>
                <a:gd name="textAreaBottom" fmla="*/ 2640240 h 2639880"/>
              </a:gdLst>
              <a:ahLst/>
              <a:cxnLst/>
              <a:rect l="textAreaLeft" t="textAreaTop" r="textAreaRight" b="textAreaBottom"/>
              <a:pathLst>
                <a:path w="813" h="1039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2" name="Google Shape;1084;p32"/>
            <p:cNvSpPr/>
            <p:nvPr/>
          </p:nvSpPr>
          <p:spPr>
            <a:xfrm rot="13155000" flipH="1">
              <a:off x="7131960" y="-732600"/>
              <a:ext cx="3727080" cy="2160360"/>
            </a:xfrm>
            <a:custGeom>
              <a:avLst/>
              <a:gdLst>
                <a:gd name="textAreaLeft" fmla="*/ -360 w 3727080"/>
                <a:gd name="textAreaRight" fmla="*/ 3727080 w 3727080"/>
                <a:gd name="textAreaTop" fmla="*/ 0 h 2160360"/>
                <a:gd name="textAreaBottom" fmla="*/ 2160720 h 2160360"/>
              </a:gdLst>
              <a:ahLst/>
              <a:cxnLst/>
              <a:rect l="textAreaLeft" t="textAreaTop" r="textAreaRight" b="textAreaBottom"/>
              <a:pathLst>
                <a:path w="532" h="572">
                  <a:moveTo>
                    <a:pt x="354" y="3"/>
                  </a:moveTo>
                  <a:cubicBezTo>
                    <a:pt x="267" y="5"/>
                    <a:pt x="252" y="180"/>
                    <a:pt x="193" y="180"/>
                  </a:cubicBezTo>
                  <a:cubicBezTo>
                    <a:pt x="134" y="180"/>
                    <a:pt x="131" y="119"/>
                    <a:pt x="76" y="119"/>
                  </a:cubicBezTo>
                  <a:cubicBezTo>
                    <a:pt x="0" y="119"/>
                    <a:pt x="4" y="286"/>
                    <a:pt x="4" y="286"/>
                  </a:cubicBezTo>
                  <a:cubicBezTo>
                    <a:pt x="4" y="286"/>
                    <a:pt x="0" y="453"/>
                    <a:pt x="76" y="453"/>
                  </a:cubicBezTo>
                  <a:cubicBezTo>
                    <a:pt x="131" y="453"/>
                    <a:pt x="134" y="392"/>
                    <a:pt x="193" y="392"/>
                  </a:cubicBezTo>
                  <a:cubicBezTo>
                    <a:pt x="252" y="392"/>
                    <a:pt x="267" y="567"/>
                    <a:pt x="354" y="570"/>
                  </a:cubicBezTo>
                  <a:cubicBezTo>
                    <a:pt x="441" y="572"/>
                    <a:pt x="532" y="286"/>
                    <a:pt x="532" y="286"/>
                  </a:cubicBezTo>
                  <a:cubicBezTo>
                    <a:pt x="532" y="286"/>
                    <a:pt x="441" y="0"/>
                    <a:pt x="354" y="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3" name="Google Shape;1085;p32"/>
            <p:cNvSpPr/>
            <p:nvPr/>
          </p:nvSpPr>
          <p:spPr>
            <a:xfrm rot="1539600" flipH="1">
              <a:off x="-1635120" y="3947040"/>
              <a:ext cx="3727080" cy="2160360"/>
            </a:xfrm>
            <a:custGeom>
              <a:avLst/>
              <a:gdLst>
                <a:gd name="textAreaLeft" fmla="*/ -360 w 3727080"/>
                <a:gd name="textAreaRight" fmla="*/ 3727080 w 3727080"/>
                <a:gd name="textAreaTop" fmla="*/ 0 h 2160360"/>
                <a:gd name="textAreaBottom" fmla="*/ 2160720 h 2160360"/>
              </a:gdLst>
              <a:ahLst/>
              <a:cxnLst/>
              <a:rect l="textAreaLeft" t="textAreaTop" r="textAreaRight" b="textAreaBottom"/>
              <a:pathLst>
                <a:path w="532" h="572">
                  <a:moveTo>
                    <a:pt x="354" y="3"/>
                  </a:moveTo>
                  <a:cubicBezTo>
                    <a:pt x="267" y="5"/>
                    <a:pt x="252" y="180"/>
                    <a:pt x="193" y="180"/>
                  </a:cubicBezTo>
                  <a:cubicBezTo>
                    <a:pt x="134" y="180"/>
                    <a:pt x="131" y="119"/>
                    <a:pt x="76" y="119"/>
                  </a:cubicBezTo>
                  <a:cubicBezTo>
                    <a:pt x="0" y="119"/>
                    <a:pt x="4" y="286"/>
                    <a:pt x="4" y="286"/>
                  </a:cubicBezTo>
                  <a:cubicBezTo>
                    <a:pt x="4" y="286"/>
                    <a:pt x="0" y="453"/>
                    <a:pt x="76" y="453"/>
                  </a:cubicBezTo>
                  <a:cubicBezTo>
                    <a:pt x="131" y="453"/>
                    <a:pt x="134" y="392"/>
                    <a:pt x="193" y="392"/>
                  </a:cubicBezTo>
                  <a:cubicBezTo>
                    <a:pt x="252" y="392"/>
                    <a:pt x="267" y="567"/>
                    <a:pt x="354" y="570"/>
                  </a:cubicBezTo>
                  <a:cubicBezTo>
                    <a:pt x="441" y="572"/>
                    <a:pt x="532" y="286"/>
                    <a:pt x="532" y="286"/>
                  </a:cubicBezTo>
                  <a:cubicBezTo>
                    <a:pt x="532" y="286"/>
                    <a:pt x="441" y="0"/>
                    <a:pt x="354" y="3"/>
                  </a:cubicBezTo>
                  <a:close/>
                </a:path>
              </a:pathLst>
            </a:custGeom>
            <a:solidFill>
              <a:srgbClr val="4EB6FA">
                <a:alpha val="3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4" name="Google Shape;1086;p32"/>
            <p:cNvSpPr/>
            <p:nvPr/>
          </p:nvSpPr>
          <p:spPr>
            <a:xfrm rot="12847200">
              <a:off x="-1582560" y="3192120"/>
              <a:ext cx="2064600" cy="2639880"/>
            </a:xfrm>
            <a:custGeom>
              <a:avLst/>
              <a:gdLst>
                <a:gd name="textAreaLeft" fmla="*/ 0 w 2064600"/>
                <a:gd name="textAreaRight" fmla="*/ 2064960 w 2064600"/>
                <a:gd name="textAreaTop" fmla="*/ 0 h 2639880"/>
                <a:gd name="textAreaBottom" fmla="*/ 2640240 h 2639880"/>
              </a:gdLst>
              <a:ahLst/>
              <a:cxnLst/>
              <a:rect l="textAreaLeft" t="textAreaTop" r="textAreaRight" b="textAreaBottom"/>
              <a:pathLst>
                <a:path w="813" h="1039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5" name="Google Shape;1088;p33"/>
          <p:cNvGrpSpPr/>
          <p:nvPr/>
        </p:nvGrpSpPr>
        <p:grpSpPr>
          <a:xfrm>
            <a:off x="1922760" y="310320"/>
            <a:ext cx="6880680" cy="4500720"/>
            <a:chOff x="1922760" y="310320"/>
            <a:chExt cx="6880680" cy="4500720"/>
          </a:xfrm>
        </p:grpSpPr>
        <p:grpSp>
          <p:nvGrpSpPr>
            <p:cNvPr id="816" name="Google Shape;1089;p33"/>
            <p:cNvGrpSpPr/>
            <p:nvPr/>
          </p:nvGrpSpPr>
          <p:grpSpPr>
            <a:xfrm>
              <a:off x="8304480" y="792720"/>
              <a:ext cx="326520" cy="327960"/>
              <a:chOff x="8304480" y="792720"/>
              <a:chExt cx="326520" cy="327960"/>
            </a:xfrm>
          </p:grpSpPr>
          <p:sp>
            <p:nvSpPr>
              <p:cNvPr id="817" name="Google Shape;1090;p33"/>
              <p:cNvSpPr/>
              <p:nvPr/>
            </p:nvSpPr>
            <p:spPr>
              <a:xfrm>
                <a:off x="8445600" y="9514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8" name="Google Shape;1091;p33"/>
              <p:cNvSpPr/>
              <p:nvPr/>
            </p:nvSpPr>
            <p:spPr>
              <a:xfrm>
                <a:off x="8514360" y="9514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9" name="Google Shape;1092;p33"/>
              <p:cNvSpPr/>
              <p:nvPr/>
            </p:nvSpPr>
            <p:spPr>
              <a:xfrm>
                <a:off x="8583120" y="951480"/>
                <a:ext cx="4788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0" name="Google Shape;1093;p33"/>
              <p:cNvSpPr/>
              <p:nvPr/>
            </p:nvSpPr>
            <p:spPr>
              <a:xfrm>
                <a:off x="8375400" y="951480"/>
                <a:ext cx="4824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1" name="Google Shape;1094;p33"/>
              <p:cNvSpPr/>
              <p:nvPr/>
            </p:nvSpPr>
            <p:spPr>
              <a:xfrm>
                <a:off x="8304480" y="9514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2" name="Google Shape;1095;p33"/>
              <p:cNvSpPr/>
              <p:nvPr/>
            </p:nvSpPr>
            <p:spPr>
              <a:xfrm>
                <a:off x="8462880" y="9342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3" name="Google Shape;1096;p33"/>
              <p:cNvSpPr/>
              <p:nvPr/>
            </p:nvSpPr>
            <p:spPr>
              <a:xfrm>
                <a:off x="8462880" y="1003680"/>
                <a:ext cx="1224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4" name="Google Shape;1097;p33"/>
              <p:cNvSpPr/>
              <p:nvPr/>
            </p:nvSpPr>
            <p:spPr>
              <a:xfrm>
                <a:off x="8462880" y="107136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5" name="Google Shape;1098;p33"/>
              <p:cNvSpPr/>
              <p:nvPr/>
            </p:nvSpPr>
            <p:spPr>
              <a:xfrm>
                <a:off x="8462880" y="8629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6" name="Google Shape;1099;p33"/>
              <p:cNvSpPr/>
              <p:nvPr/>
            </p:nvSpPr>
            <p:spPr>
              <a:xfrm>
                <a:off x="8462880" y="7927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27" name="Google Shape;1100;p33"/>
            <p:cNvGrpSpPr/>
            <p:nvPr/>
          </p:nvGrpSpPr>
          <p:grpSpPr>
            <a:xfrm>
              <a:off x="1922760" y="4622400"/>
              <a:ext cx="187920" cy="188640"/>
              <a:chOff x="1922760" y="4622400"/>
              <a:chExt cx="187920" cy="188640"/>
            </a:xfrm>
          </p:grpSpPr>
          <p:sp>
            <p:nvSpPr>
              <p:cNvPr id="828" name="Google Shape;1101;p33"/>
              <p:cNvSpPr/>
              <p:nvPr/>
            </p:nvSpPr>
            <p:spPr>
              <a:xfrm>
                <a:off x="1992960" y="47109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9" name="Google Shape;1102;p33"/>
              <p:cNvSpPr/>
              <p:nvPr/>
            </p:nvSpPr>
            <p:spPr>
              <a:xfrm>
                <a:off x="2061720" y="47109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0" name="Google Shape;1103;p33"/>
              <p:cNvSpPr/>
              <p:nvPr/>
            </p:nvSpPr>
            <p:spPr>
              <a:xfrm>
                <a:off x="1922760" y="471096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1" name="Google Shape;1104;p33"/>
              <p:cNvSpPr/>
              <p:nvPr/>
            </p:nvSpPr>
            <p:spPr>
              <a:xfrm>
                <a:off x="2009880" y="46936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2" name="Google Shape;1105;p33"/>
              <p:cNvSpPr/>
              <p:nvPr/>
            </p:nvSpPr>
            <p:spPr>
              <a:xfrm>
                <a:off x="2009880" y="476316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3" name="Google Shape;1106;p33"/>
              <p:cNvSpPr/>
              <p:nvPr/>
            </p:nvSpPr>
            <p:spPr>
              <a:xfrm>
                <a:off x="2009880" y="46224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34" name="Google Shape;1107;p33"/>
            <p:cNvGrpSpPr/>
            <p:nvPr/>
          </p:nvGrpSpPr>
          <p:grpSpPr>
            <a:xfrm>
              <a:off x="8476560" y="4254120"/>
              <a:ext cx="326880" cy="328320"/>
              <a:chOff x="8476560" y="4254120"/>
              <a:chExt cx="326880" cy="328320"/>
            </a:xfrm>
          </p:grpSpPr>
          <p:sp>
            <p:nvSpPr>
              <p:cNvPr id="835" name="Google Shape;1108;p33"/>
              <p:cNvSpPr/>
              <p:nvPr/>
            </p:nvSpPr>
            <p:spPr>
              <a:xfrm>
                <a:off x="8617680" y="4413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6" name="Google Shape;1109;p33"/>
              <p:cNvSpPr/>
              <p:nvPr/>
            </p:nvSpPr>
            <p:spPr>
              <a:xfrm>
                <a:off x="8686440" y="4413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7" name="Google Shape;1110;p33"/>
              <p:cNvSpPr/>
              <p:nvPr/>
            </p:nvSpPr>
            <p:spPr>
              <a:xfrm>
                <a:off x="8755560" y="4413240"/>
                <a:ext cx="4788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8" name="Google Shape;1111;p33"/>
              <p:cNvSpPr/>
              <p:nvPr/>
            </p:nvSpPr>
            <p:spPr>
              <a:xfrm>
                <a:off x="8547480" y="4413240"/>
                <a:ext cx="4824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9" name="Google Shape;1112;p33"/>
              <p:cNvSpPr/>
              <p:nvPr/>
            </p:nvSpPr>
            <p:spPr>
              <a:xfrm>
                <a:off x="8476560" y="4413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0" name="Google Shape;1113;p33"/>
              <p:cNvSpPr/>
              <p:nvPr/>
            </p:nvSpPr>
            <p:spPr>
              <a:xfrm>
                <a:off x="8634960" y="43956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1" name="Google Shape;1114;p33"/>
              <p:cNvSpPr/>
              <p:nvPr/>
            </p:nvSpPr>
            <p:spPr>
              <a:xfrm>
                <a:off x="8634960" y="4465080"/>
                <a:ext cx="1224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2" name="Google Shape;1115;p33"/>
              <p:cNvSpPr/>
              <p:nvPr/>
            </p:nvSpPr>
            <p:spPr>
              <a:xfrm>
                <a:off x="8634960" y="45331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3" name="Google Shape;1116;p33"/>
              <p:cNvSpPr/>
              <p:nvPr/>
            </p:nvSpPr>
            <p:spPr>
              <a:xfrm>
                <a:off x="8634960" y="43243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4" name="Google Shape;1117;p33"/>
              <p:cNvSpPr/>
              <p:nvPr/>
            </p:nvSpPr>
            <p:spPr>
              <a:xfrm>
                <a:off x="8634960" y="42541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45" name="Google Shape;1118;p33"/>
            <p:cNvGrpSpPr/>
            <p:nvPr/>
          </p:nvGrpSpPr>
          <p:grpSpPr>
            <a:xfrm>
              <a:off x="6068520" y="310320"/>
              <a:ext cx="188280" cy="188640"/>
              <a:chOff x="6068520" y="310320"/>
              <a:chExt cx="188280" cy="188640"/>
            </a:xfrm>
          </p:grpSpPr>
          <p:sp>
            <p:nvSpPr>
              <p:cNvPr id="846" name="Google Shape;1119;p33"/>
              <p:cNvSpPr/>
              <p:nvPr/>
            </p:nvSpPr>
            <p:spPr>
              <a:xfrm>
                <a:off x="6139080" y="39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7" name="Google Shape;1120;p33"/>
              <p:cNvSpPr/>
              <p:nvPr/>
            </p:nvSpPr>
            <p:spPr>
              <a:xfrm>
                <a:off x="6207840" y="39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8" name="Google Shape;1121;p33"/>
              <p:cNvSpPr/>
              <p:nvPr/>
            </p:nvSpPr>
            <p:spPr>
              <a:xfrm>
                <a:off x="6068520" y="399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9" name="Google Shape;1122;p33"/>
              <p:cNvSpPr/>
              <p:nvPr/>
            </p:nvSpPr>
            <p:spPr>
              <a:xfrm>
                <a:off x="6155640" y="381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0" name="Google Shape;1123;p33"/>
              <p:cNvSpPr/>
              <p:nvPr/>
            </p:nvSpPr>
            <p:spPr>
              <a:xfrm>
                <a:off x="6155640" y="4510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1" name="Google Shape;1124;p33"/>
              <p:cNvSpPr/>
              <p:nvPr/>
            </p:nvSpPr>
            <p:spPr>
              <a:xfrm>
                <a:off x="6155640" y="3103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852" name="Google Shape;1125;p33"/>
          <p:cNvGrpSpPr/>
          <p:nvPr/>
        </p:nvGrpSpPr>
        <p:grpSpPr>
          <a:xfrm>
            <a:off x="-2495160" y="-1793160"/>
            <a:ext cx="13991760" cy="8568360"/>
            <a:chOff x="-2495160" y="-1793160"/>
            <a:chExt cx="13991760" cy="8568360"/>
          </a:xfrm>
        </p:grpSpPr>
        <p:sp>
          <p:nvSpPr>
            <p:cNvPr id="853" name="Google Shape;1126;p33"/>
            <p:cNvSpPr/>
            <p:nvPr/>
          </p:nvSpPr>
          <p:spPr>
            <a:xfrm rot="2472600" flipH="1">
              <a:off x="7921800" y="-1082520"/>
              <a:ext cx="3117960" cy="2556720"/>
            </a:xfrm>
            <a:custGeom>
              <a:avLst/>
              <a:gdLst>
                <a:gd name="textAreaLeft" fmla="*/ -360 w 3117960"/>
                <a:gd name="textAreaRight" fmla="*/ 3117960 w 3117960"/>
                <a:gd name="textAreaTop" fmla="*/ 0 h 2556720"/>
                <a:gd name="textAreaBottom" fmla="*/ 2557080 h 2556720"/>
              </a:gdLst>
              <a:ahLst/>
              <a:cxnLst/>
              <a:rect l="textAreaLeft" t="textAreaTop" r="textAreaRight" b="textAreaBottom"/>
              <a:pathLst>
                <a:path w="1640321" h="1345239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4" name="Google Shape;1127;p33"/>
            <p:cNvSpPr/>
            <p:nvPr/>
          </p:nvSpPr>
          <p:spPr>
            <a:xfrm rot="12951600" flipH="1">
              <a:off x="-2179440" y="3652200"/>
              <a:ext cx="3665160" cy="2263680"/>
            </a:xfrm>
            <a:custGeom>
              <a:avLst/>
              <a:gdLst>
                <a:gd name="textAreaLeft" fmla="*/ 360 w 3665160"/>
                <a:gd name="textAreaRight" fmla="*/ 3665880 w 3665160"/>
                <a:gd name="textAreaTop" fmla="*/ 0 h 2263680"/>
                <a:gd name="textAreaBottom" fmla="*/ 2264040 h 2263680"/>
              </a:gdLst>
              <a:ahLst/>
              <a:cxnLst/>
              <a:rect l="textAreaLeft" t="textAreaTop" r="textAreaRight" b="textAreaBottom"/>
              <a:pathLst>
                <a:path w="749" h="940">
                  <a:moveTo>
                    <a:pt x="523" y="343"/>
                  </a:moveTo>
                  <a:cubicBezTo>
                    <a:pt x="445" y="317"/>
                    <a:pt x="491" y="0"/>
                    <a:pt x="364" y="0"/>
                  </a:cubicBezTo>
                  <a:cubicBezTo>
                    <a:pt x="237" y="0"/>
                    <a:pt x="251" y="362"/>
                    <a:pt x="212" y="363"/>
                  </a:cubicBezTo>
                  <a:cubicBezTo>
                    <a:pt x="173" y="365"/>
                    <a:pt x="159" y="210"/>
                    <a:pt x="104" y="217"/>
                  </a:cubicBezTo>
                  <a:cubicBezTo>
                    <a:pt x="48" y="224"/>
                    <a:pt x="0" y="470"/>
                    <a:pt x="0" y="470"/>
                  </a:cubicBezTo>
                  <a:cubicBezTo>
                    <a:pt x="0" y="470"/>
                    <a:pt x="0" y="470"/>
                    <a:pt x="0" y="470"/>
                  </a:cubicBezTo>
                  <a:cubicBezTo>
                    <a:pt x="0" y="470"/>
                    <a:pt x="48" y="716"/>
                    <a:pt x="104" y="723"/>
                  </a:cubicBezTo>
                  <a:cubicBezTo>
                    <a:pt x="159" y="730"/>
                    <a:pt x="173" y="574"/>
                    <a:pt x="212" y="576"/>
                  </a:cubicBezTo>
                  <a:cubicBezTo>
                    <a:pt x="251" y="578"/>
                    <a:pt x="237" y="939"/>
                    <a:pt x="364" y="939"/>
                  </a:cubicBezTo>
                  <a:cubicBezTo>
                    <a:pt x="491" y="940"/>
                    <a:pt x="445" y="623"/>
                    <a:pt x="523" y="596"/>
                  </a:cubicBezTo>
                  <a:cubicBezTo>
                    <a:pt x="601" y="570"/>
                    <a:pt x="749" y="636"/>
                    <a:pt x="749" y="470"/>
                  </a:cubicBezTo>
                  <a:cubicBezTo>
                    <a:pt x="749" y="304"/>
                    <a:pt x="601" y="370"/>
                    <a:pt x="523" y="34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55" name="Google Shape;1128;p33"/>
          <p:cNvGrpSpPr/>
          <p:nvPr/>
        </p:nvGrpSpPr>
        <p:grpSpPr>
          <a:xfrm>
            <a:off x="555840" y="624960"/>
            <a:ext cx="4032360" cy="3957120"/>
            <a:chOff x="555840" y="624960"/>
            <a:chExt cx="4032360" cy="3957120"/>
          </a:xfrm>
        </p:grpSpPr>
        <p:sp>
          <p:nvSpPr>
            <p:cNvPr id="856" name="Google Shape;1129;p33"/>
            <p:cNvSpPr/>
            <p:nvPr/>
          </p:nvSpPr>
          <p:spPr>
            <a:xfrm>
              <a:off x="856080" y="624960"/>
              <a:ext cx="3370680" cy="3669120"/>
            </a:xfrm>
            <a:custGeom>
              <a:avLst/>
              <a:gdLst>
                <a:gd name="textAreaLeft" fmla="*/ 0 w 3370680"/>
                <a:gd name="textAreaRight" fmla="*/ 3371040 w 3370680"/>
                <a:gd name="textAreaTop" fmla="*/ 0 h 3669120"/>
                <a:gd name="textAreaBottom" fmla="*/ 3669480 h 3669120"/>
              </a:gdLst>
              <a:ahLst/>
              <a:cxnLst/>
              <a:rect l="textAreaLeft" t="textAreaTop" r="textAreaRight" b="textAreaBottom"/>
              <a:pathLst>
                <a:path w="1091" h="1011">
                  <a:moveTo>
                    <a:pt x="1011" y="1011"/>
                  </a:moveTo>
                  <a:cubicBezTo>
                    <a:pt x="80" y="1011"/>
                    <a:pt x="80" y="1011"/>
                    <a:pt x="80" y="1011"/>
                  </a:cubicBezTo>
                  <a:cubicBezTo>
                    <a:pt x="36" y="1011"/>
                    <a:pt x="0" y="975"/>
                    <a:pt x="0" y="93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36"/>
                    <a:pt x="36" y="0"/>
                    <a:pt x="80" y="0"/>
                  </a:cubicBezTo>
                  <a:cubicBezTo>
                    <a:pt x="571" y="0"/>
                    <a:pt x="571" y="0"/>
                    <a:pt x="571" y="0"/>
                  </a:cubicBezTo>
                  <a:cubicBezTo>
                    <a:pt x="858" y="0"/>
                    <a:pt x="1091" y="232"/>
                    <a:pt x="1091" y="520"/>
                  </a:cubicBezTo>
                  <a:cubicBezTo>
                    <a:pt x="1091" y="930"/>
                    <a:pt x="1091" y="930"/>
                    <a:pt x="1091" y="930"/>
                  </a:cubicBezTo>
                  <a:cubicBezTo>
                    <a:pt x="1091" y="975"/>
                    <a:pt x="1055" y="1011"/>
                    <a:pt x="1011" y="101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7" name="Google Shape;1130;p33"/>
            <p:cNvSpPr/>
            <p:nvPr/>
          </p:nvSpPr>
          <p:spPr>
            <a:xfrm>
              <a:off x="1001520" y="1042560"/>
              <a:ext cx="549360" cy="249480"/>
            </a:xfrm>
            <a:custGeom>
              <a:avLst/>
              <a:gdLst>
                <a:gd name="textAreaLeft" fmla="*/ 0 w 549360"/>
                <a:gd name="textAreaRight" fmla="*/ 549720 w 54936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749" h="340">
                  <a:moveTo>
                    <a:pt x="67" y="206"/>
                  </a:moveTo>
                  <a:cubicBezTo>
                    <a:pt x="94" y="206"/>
                    <a:pt x="94" y="206"/>
                    <a:pt x="94" y="206"/>
                  </a:cubicBezTo>
                  <a:cubicBezTo>
                    <a:pt x="94" y="92"/>
                    <a:pt x="186" y="0"/>
                    <a:pt x="300" y="0"/>
                  </a:cubicBezTo>
                  <a:cubicBezTo>
                    <a:pt x="384" y="0"/>
                    <a:pt x="456" y="50"/>
                    <a:pt x="488" y="122"/>
                  </a:cubicBezTo>
                  <a:cubicBezTo>
                    <a:pt x="502" y="114"/>
                    <a:pt x="519" y="109"/>
                    <a:pt x="536" y="109"/>
                  </a:cubicBezTo>
                  <a:cubicBezTo>
                    <a:pt x="590" y="109"/>
                    <a:pt x="633" y="153"/>
                    <a:pt x="633" y="206"/>
                  </a:cubicBezTo>
                  <a:cubicBezTo>
                    <a:pt x="682" y="206"/>
                    <a:pt x="682" y="206"/>
                    <a:pt x="682" y="206"/>
                  </a:cubicBezTo>
                  <a:cubicBezTo>
                    <a:pt x="719" y="206"/>
                    <a:pt x="749" y="236"/>
                    <a:pt x="749" y="273"/>
                  </a:cubicBezTo>
                  <a:cubicBezTo>
                    <a:pt x="749" y="310"/>
                    <a:pt x="719" y="340"/>
                    <a:pt x="682" y="340"/>
                  </a:cubicBezTo>
                  <a:cubicBezTo>
                    <a:pt x="67" y="340"/>
                    <a:pt x="67" y="340"/>
                    <a:pt x="67" y="340"/>
                  </a:cubicBezTo>
                  <a:cubicBezTo>
                    <a:pt x="30" y="340"/>
                    <a:pt x="0" y="310"/>
                    <a:pt x="0" y="273"/>
                  </a:cubicBezTo>
                  <a:cubicBezTo>
                    <a:pt x="0" y="236"/>
                    <a:pt x="30" y="206"/>
                    <a:pt x="67" y="206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8" name="Google Shape;1131;p33"/>
            <p:cNvSpPr/>
            <p:nvPr/>
          </p:nvSpPr>
          <p:spPr>
            <a:xfrm>
              <a:off x="1141920" y="1731240"/>
              <a:ext cx="408600" cy="409680"/>
            </a:xfrm>
            <a:custGeom>
              <a:avLst/>
              <a:gdLst>
                <a:gd name="textAreaLeft" fmla="*/ 0 w 408600"/>
                <a:gd name="textAreaRight" fmla="*/ 408960 w 408600"/>
                <a:gd name="textAreaTop" fmla="*/ 0 h 409680"/>
                <a:gd name="textAreaBottom" fmla="*/ 410040 h 409680"/>
              </a:gdLst>
              <a:ahLst/>
              <a:cxnLst/>
              <a:rect l="textAreaLeft" t="textAreaTop" r="textAreaRight" b="textAreaBottom"/>
              <a:pathLst>
                <a:path w="571" h="572">
                  <a:moveTo>
                    <a:pt x="566" y="340"/>
                  </a:moveTo>
                  <a:cubicBezTo>
                    <a:pt x="569" y="322"/>
                    <a:pt x="571" y="304"/>
                    <a:pt x="571" y="286"/>
                  </a:cubicBezTo>
                  <a:cubicBezTo>
                    <a:pt x="571" y="267"/>
                    <a:pt x="569" y="249"/>
                    <a:pt x="566" y="232"/>
                  </a:cubicBezTo>
                  <a:cubicBezTo>
                    <a:pt x="496" y="232"/>
                    <a:pt x="496" y="232"/>
                    <a:pt x="496" y="232"/>
                  </a:cubicBezTo>
                  <a:cubicBezTo>
                    <a:pt x="491" y="212"/>
                    <a:pt x="483" y="193"/>
                    <a:pt x="473" y="175"/>
                  </a:cubicBezTo>
                  <a:cubicBezTo>
                    <a:pt x="522" y="126"/>
                    <a:pt x="522" y="126"/>
                    <a:pt x="522" y="126"/>
                  </a:cubicBezTo>
                  <a:cubicBezTo>
                    <a:pt x="502" y="96"/>
                    <a:pt x="476" y="70"/>
                    <a:pt x="446" y="49"/>
                  </a:cubicBezTo>
                  <a:cubicBezTo>
                    <a:pt x="396" y="99"/>
                    <a:pt x="396" y="99"/>
                    <a:pt x="396" y="99"/>
                  </a:cubicBezTo>
                  <a:cubicBezTo>
                    <a:pt x="379" y="88"/>
                    <a:pt x="360" y="80"/>
                    <a:pt x="339" y="75"/>
                  </a:cubicBezTo>
                  <a:cubicBezTo>
                    <a:pt x="339" y="5"/>
                    <a:pt x="339" y="5"/>
                    <a:pt x="339" y="5"/>
                  </a:cubicBezTo>
                  <a:cubicBezTo>
                    <a:pt x="322" y="2"/>
                    <a:pt x="304" y="0"/>
                    <a:pt x="285" y="0"/>
                  </a:cubicBezTo>
                  <a:cubicBezTo>
                    <a:pt x="267" y="0"/>
                    <a:pt x="249" y="2"/>
                    <a:pt x="231" y="5"/>
                  </a:cubicBezTo>
                  <a:cubicBezTo>
                    <a:pt x="231" y="75"/>
                    <a:pt x="231" y="75"/>
                    <a:pt x="231" y="75"/>
                  </a:cubicBezTo>
                  <a:cubicBezTo>
                    <a:pt x="211" y="80"/>
                    <a:pt x="192" y="88"/>
                    <a:pt x="174" y="9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95" y="70"/>
                    <a:pt x="69" y="96"/>
                    <a:pt x="49" y="126"/>
                  </a:cubicBezTo>
                  <a:cubicBezTo>
                    <a:pt x="98" y="175"/>
                    <a:pt x="98" y="175"/>
                    <a:pt x="98" y="175"/>
                  </a:cubicBezTo>
                  <a:cubicBezTo>
                    <a:pt x="88" y="193"/>
                    <a:pt x="80" y="212"/>
                    <a:pt x="75" y="232"/>
                  </a:cubicBezTo>
                  <a:cubicBezTo>
                    <a:pt x="5" y="232"/>
                    <a:pt x="5" y="232"/>
                    <a:pt x="5" y="232"/>
                  </a:cubicBezTo>
                  <a:cubicBezTo>
                    <a:pt x="1" y="249"/>
                    <a:pt x="0" y="267"/>
                    <a:pt x="0" y="286"/>
                  </a:cubicBezTo>
                  <a:cubicBezTo>
                    <a:pt x="0" y="304"/>
                    <a:pt x="1" y="322"/>
                    <a:pt x="5" y="340"/>
                  </a:cubicBezTo>
                  <a:cubicBezTo>
                    <a:pt x="75" y="340"/>
                    <a:pt x="75" y="340"/>
                    <a:pt x="75" y="340"/>
                  </a:cubicBezTo>
                  <a:cubicBezTo>
                    <a:pt x="80" y="360"/>
                    <a:pt x="88" y="379"/>
                    <a:pt x="98" y="397"/>
                  </a:cubicBezTo>
                  <a:cubicBezTo>
                    <a:pt x="49" y="446"/>
                    <a:pt x="49" y="446"/>
                    <a:pt x="49" y="446"/>
                  </a:cubicBezTo>
                  <a:cubicBezTo>
                    <a:pt x="69" y="476"/>
                    <a:pt x="95" y="502"/>
                    <a:pt x="125" y="523"/>
                  </a:cubicBezTo>
                  <a:cubicBezTo>
                    <a:pt x="174" y="473"/>
                    <a:pt x="174" y="473"/>
                    <a:pt x="174" y="473"/>
                  </a:cubicBezTo>
                  <a:cubicBezTo>
                    <a:pt x="192" y="484"/>
                    <a:pt x="211" y="492"/>
                    <a:pt x="231" y="497"/>
                  </a:cubicBezTo>
                  <a:cubicBezTo>
                    <a:pt x="231" y="567"/>
                    <a:pt x="231" y="567"/>
                    <a:pt x="231" y="567"/>
                  </a:cubicBezTo>
                  <a:cubicBezTo>
                    <a:pt x="249" y="570"/>
                    <a:pt x="267" y="572"/>
                    <a:pt x="285" y="572"/>
                  </a:cubicBezTo>
                  <a:cubicBezTo>
                    <a:pt x="304" y="572"/>
                    <a:pt x="322" y="570"/>
                    <a:pt x="339" y="567"/>
                  </a:cubicBezTo>
                  <a:cubicBezTo>
                    <a:pt x="339" y="497"/>
                    <a:pt x="339" y="497"/>
                    <a:pt x="339" y="497"/>
                  </a:cubicBezTo>
                  <a:cubicBezTo>
                    <a:pt x="360" y="492"/>
                    <a:pt x="379" y="484"/>
                    <a:pt x="396" y="473"/>
                  </a:cubicBezTo>
                  <a:cubicBezTo>
                    <a:pt x="446" y="523"/>
                    <a:pt x="446" y="523"/>
                    <a:pt x="446" y="523"/>
                  </a:cubicBezTo>
                  <a:cubicBezTo>
                    <a:pt x="476" y="502"/>
                    <a:pt x="502" y="476"/>
                    <a:pt x="522" y="446"/>
                  </a:cubicBezTo>
                  <a:cubicBezTo>
                    <a:pt x="473" y="397"/>
                    <a:pt x="473" y="397"/>
                    <a:pt x="473" y="397"/>
                  </a:cubicBezTo>
                  <a:cubicBezTo>
                    <a:pt x="483" y="379"/>
                    <a:pt x="491" y="360"/>
                    <a:pt x="496" y="340"/>
                  </a:cubicBezTo>
                  <a:lnTo>
                    <a:pt x="566" y="340"/>
                  </a:lnTo>
                  <a:close/>
                  <a:moveTo>
                    <a:pt x="285" y="380"/>
                  </a:moveTo>
                  <a:cubicBezTo>
                    <a:pt x="234" y="380"/>
                    <a:pt x="192" y="338"/>
                    <a:pt x="192" y="286"/>
                  </a:cubicBezTo>
                  <a:cubicBezTo>
                    <a:pt x="192" y="234"/>
                    <a:pt x="234" y="192"/>
                    <a:pt x="285" y="192"/>
                  </a:cubicBezTo>
                  <a:cubicBezTo>
                    <a:pt x="337" y="192"/>
                    <a:pt x="379" y="234"/>
                    <a:pt x="379" y="286"/>
                  </a:cubicBezTo>
                  <a:cubicBezTo>
                    <a:pt x="379" y="338"/>
                    <a:pt x="337" y="380"/>
                    <a:pt x="285" y="38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59" name="Google Shape;1132;p33"/>
            <p:cNvGrpSpPr/>
            <p:nvPr/>
          </p:nvGrpSpPr>
          <p:grpSpPr>
            <a:xfrm>
              <a:off x="1802160" y="1203840"/>
              <a:ext cx="2613240" cy="2604240"/>
              <a:chOff x="1802160" y="1203840"/>
              <a:chExt cx="2613240" cy="2604240"/>
            </a:xfrm>
          </p:grpSpPr>
          <p:sp>
            <p:nvSpPr>
              <p:cNvPr id="860" name="Google Shape;1133;p33"/>
              <p:cNvSpPr/>
              <p:nvPr/>
            </p:nvSpPr>
            <p:spPr>
              <a:xfrm>
                <a:off x="2236320" y="2000520"/>
                <a:ext cx="86400" cy="878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920" bIns="43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1" name="Google Shape;1134;p33"/>
              <p:cNvSpPr/>
              <p:nvPr/>
            </p:nvSpPr>
            <p:spPr>
              <a:xfrm>
                <a:off x="2754720" y="3043800"/>
                <a:ext cx="705600" cy="764280"/>
              </a:xfrm>
              <a:custGeom>
                <a:avLst/>
                <a:gdLst>
                  <a:gd name="textAreaLeft" fmla="*/ 0 w 705600"/>
                  <a:gd name="textAreaRight" fmla="*/ 705960 w 705600"/>
                  <a:gd name="textAreaTop" fmla="*/ 0 h 764280"/>
                  <a:gd name="textAreaBottom" fmla="*/ 764640 h 764280"/>
                </a:gdLst>
                <a:ahLst/>
                <a:cxnLst/>
                <a:rect l="textAreaLeft" t="textAreaTop" r="textAreaRight" b="textAreaBottom"/>
                <a:pathLst>
                  <a:path w="504" h="546">
                    <a:moveTo>
                      <a:pt x="504" y="546"/>
                    </a:moveTo>
                    <a:lnTo>
                      <a:pt x="0" y="546"/>
                    </a:lnTo>
                    <a:lnTo>
                      <a:pt x="95" y="0"/>
                    </a:lnTo>
                    <a:lnTo>
                      <a:pt x="411" y="0"/>
                    </a:lnTo>
                    <a:lnTo>
                      <a:pt x="504" y="54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2" name="Google Shape;1135;p33"/>
              <p:cNvSpPr/>
              <p:nvPr/>
            </p:nvSpPr>
            <p:spPr>
              <a:xfrm>
                <a:off x="1802160" y="1203840"/>
                <a:ext cx="2613240" cy="1863720"/>
              </a:xfrm>
              <a:custGeom>
                <a:avLst/>
                <a:gdLst>
                  <a:gd name="textAreaLeft" fmla="*/ 0 w 2613240"/>
                  <a:gd name="textAreaRight" fmla="*/ 2613600 w 2613240"/>
                  <a:gd name="textAreaTop" fmla="*/ 0 h 1863720"/>
                  <a:gd name="textAreaBottom" fmla="*/ 1864080 h 1863720"/>
                </a:gdLst>
                <a:ahLst/>
                <a:cxnLst/>
                <a:rect l="textAreaLeft" t="textAreaTop" r="textAreaRight" b="textAreaBottom"/>
                <a:pathLst>
                  <a:path w="963" h="685">
                    <a:moveTo>
                      <a:pt x="937" y="685"/>
                    </a:moveTo>
                    <a:cubicBezTo>
                      <a:pt x="26" y="685"/>
                      <a:pt x="26" y="685"/>
                      <a:pt x="26" y="685"/>
                    </a:cubicBezTo>
                    <a:cubicBezTo>
                      <a:pt x="11" y="685"/>
                      <a:pt x="0" y="673"/>
                      <a:pt x="0" y="659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12"/>
                      <a:pt x="11" y="0"/>
                      <a:pt x="26" y="0"/>
                    </a:cubicBezTo>
                    <a:cubicBezTo>
                      <a:pt x="937" y="0"/>
                      <a:pt x="937" y="0"/>
                      <a:pt x="937" y="0"/>
                    </a:cubicBezTo>
                    <a:cubicBezTo>
                      <a:pt x="951" y="0"/>
                      <a:pt x="963" y="12"/>
                      <a:pt x="963" y="26"/>
                    </a:cubicBezTo>
                    <a:cubicBezTo>
                      <a:pt x="963" y="659"/>
                      <a:pt x="963" y="659"/>
                      <a:pt x="963" y="659"/>
                    </a:cubicBezTo>
                    <a:cubicBezTo>
                      <a:pt x="963" y="673"/>
                      <a:pt x="951" y="685"/>
                      <a:pt x="937" y="685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3" name="Google Shape;1136;p33"/>
              <p:cNvSpPr/>
              <p:nvPr/>
            </p:nvSpPr>
            <p:spPr>
              <a:xfrm>
                <a:off x="1895400" y="1280160"/>
                <a:ext cx="2420280" cy="167328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4" name="Google Shape;1137;p33"/>
              <p:cNvSpPr/>
              <p:nvPr/>
            </p:nvSpPr>
            <p:spPr>
              <a:xfrm>
                <a:off x="1897200" y="1298880"/>
                <a:ext cx="278280" cy="1393200"/>
              </a:xfrm>
              <a:prstGeom prst="rect">
                <a:avLst/>
              </a:prstGeom>
              <a:solidFill>
                <a:srgbClr val="B5B5B5">
                  <a:alpha val="34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5" name="Google Shape;1138;p33"/>
              <p:cNvSpPr/>
              <p:nvPr/>
            </p:nvSpPr>
            <p:spPr>
              <a:xfrm>
                <a:off x="1892160" y="1280160"/>
                <a:ext cx="2423880" cy="12456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6" name="Google Shape;1139;p33"/>
              <p:cNvSpPr/>
              <p:nvPr/>
            </p:nvSpPr>
            <p:spPr>
              <a:xfrm>
                <a:off x="2274120" y="1350720"/>
                <a:ext cx="281160" cy="20520"/>
              </a:xfrm>
              <a:custGeom>
                <a:avLst/>
                <a:gdLst>
                  <a:gd name="textAreaLeft" fmla="*/ 0 w 281160"/>
                  <a:gd name="textAreaRight" fmla="*/ 281520 w 28116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104" h="8">
                    <a:moveTo>
                      <a:pt x="100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3" y="0"/>
                      <a:pt x="104" y="2"/>
                      <a:pt x="104" y="4"/>
                    </a:cubicBezTo>
                    <a:cubicBezTo>
                      <a:pt x="104" y="6"/>
                      <a:pt x="103" y="8"/>
                      <a:pt x="100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7" name="Google Shape;1140;p33"/>
              <p:cNvSpPr/>
              <p:nvPr/>
            </p:nvSpPr>
            <p:spPr>
              <a:xfrm>
                <a:off x="2659320" y="1350720"/>
                <a:ext cx="282600" cy="20520"/>
              </a:xfrm>
              <a:custGeom>
                <a:avLst/>
                <a:gdLst>
                  <a:gd name="textAreaLeft" fmla="*/ 0 w 282600"/>
                  <a:gd name="textAreaRight" fmla="*/ 282960 w 28260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104" h="8">
                    <a:moveTo>
                      <a:pt x="100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3" y="0"/>
                      <a:pt x="104" y="2"/>
                      <a:pt x="104" y="4"/>
                    </a:cubicBezTo>
                    <a:cubicBezTo>
                      <a:pt x="104" y="6"/>
                      <a:pt x="103" y="8"/>
                      <a:pt x="100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8" name="Google Shape;1141;p33"/>
              <p:cNvSpPr/>
              <p:nvPr/>
            </p:nvSpPr>
            <p:spPr>
              <a:xfrm>
                <a:off x="3044520" y="1350720"/>
                <a:ext cx="282600" cy="20520"/>
              </a:xfrm>
              <a:custGeom>
                <a:avLst/>
                <a:gdLst>
                  <a:gd name="textAreaLeft" fmla="*/ 0 w 282600"/>
                  <a:gd name="textAreaRight" fmla="*/ 282960 w 28260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104" h="8">
                    <a:moveTo>
                      <a:pt x="100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3" y="0"/>
                      <a:pt x="104" y="2"/>
                      <a:pt x="104" y="4"/>
                    </a:cubicBezTo>
                    <a:cubicBezTo>
                      <a:pt x="104" y="6"/>
                      <a:pt x="103" y="8"/>
                      <a:pt x="100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9" name="Google Shape;1142;p33"/>
              <p:cNvSpPr/>
              <p:nvPr/>
            </p:nvSpPr>
            <p:spPr>
              <a:xfrm>
                <a:off x="3429720" y="1350720"/>
                <a:ext cx="282600" cy="20520"/>
              </a:xfrm>
              <a:custGeom>
                <a:avLst/>
                <a:gdLst>
                  <a:gd name="textAreaLeft" fmla="*/ 0 w 282600"/>
                  <a:gd name="textAreaRight" fmla="*/ 282960 w 28260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104" h="8">
                    <a:moveTo>
                      <a:pt x="100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3" y="0"/>
                      <a:pt x="104" y="2"/>
                      <a:pt x="104" y="4"/>
                    </a:cubicBezTo>
                    <a:cubicBezTo>
                      <a:pt x="104" y="6"/>
                      <a:pt x="103" y="8"/>
                      <a:pt x="100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0" name="Google Shape;1143;p33"/>
              <p:cNvSpPr/>
              <p:nvPr/>
            </p:nvSpPr>
            <p:spPr>
              <a:xfrm>
                <a:off x="3816360" y="1350720"/>
                <a:ext cx="281160" cy="20520"/>
              </a:xfrm>
              <a:custGeom>
                <a:avLst/>
                <a:gdLst>
                  <a:gd name="textAreaLeft" fmla="*/ 0 w 281160"/>
                  <a:gd name="textAreaRight" fmla="*/ 281520 w 28116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104" h="8">
                    <a:moveTo>
                      <a:pt x="100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3" y="0"/>
                      <a:pt x="104" y="2"/>
                      <a:pt x="104" y="4"/>
                    </a:cubicBezTo>
                    <a:cubicBezTo>
                      <a:pt x="104" y="6"/>
                      <a:pt x="103" y="8"/>
                      <a:pt x="100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1" name="Google Shape;1144;p33"/>
              <p:cNvSpPr/>
              <p:nvPr/>
            </p:nvSpPr>
            <p:spPr>
              <a:xfrm>
                <a:off x="1953360" y="1350720"/>
                <a:ext cx="21960" cy="2088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2" name="Google Shape;1145;p33"/>
              <p:cNvSpPr/>
              <p:nvPr/>
            </p:nvSpPr>
            <p:spPr>
              <a:xfrm>
                <a:off x="2037600" y="1350720"/>
                <a:ext cx="21960" cy="2088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3" name="Google Shape;1146;p33"/>
              <p:cNvSpPr/>
              <p:nvPr/>
            </p:nvSpPr>
            <p:spPr>
              <a:xfrm>
                <a:off x="2121480" y="1350720"/>
                <a:ext cx="21960" cy="2088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874" name="Google Shape;1147;p33"/>
            <p:cNvSpPr/>
            <p:nvPr/>
          </p:nvSpPr>
          <p:spPr>
            <a:xfrm>
              <a:off x="2745720" y="3387240"/>
              <a:ext cx="1240200" cy="778320"/>
            </a:xfrm>
            <a:custGeom>
              <a:avLst/>
              <a:gdLst>
                <a:gd name="textAreaLeft" fmla="*/ 0 w 1240200"/>
                <a:gd name="textAreaRight" fmla="*/ 1240560 w 1240200"/>
                <a:gd name="textAreaTop" fmla="*/ 0 h 778320"/>
                <a:gd name="textAreaBottom" fmla="*/ 778680 h 778320"/>
              </a:gdLst>
              <a:ahLst/>
              <a:cxnLst/>
              <a:rect l="textAreaLeft" t="textAreaTop" r="textAreaRight" b="textAreaBottom"/>
              <a:pathLst>
                <a:path w="749" h="470">
                  <a:moveTo>
                    <a:pt x="0" y="470"/>
                  </a:moveTo>
                  <a:cubicBezTo>
                    <a:pt x="0" y="470"/>
                    <a:pt x="48" y="224"/>
                    <a:pt x="103" y="217"/>
                  </a:cubicBezTo>
                  <a:cubicBezTo>
                    <a:pt x="158" y="210"/>
                    <a:pt x="173" y="365"/>
                    <a:pt x="211" y="364"/>
                  </a:cubicBezTo>
                  <a:cubicBezTo>
                    <a:pt x="250" y="362"/>
                    <a:pt x="237" y="1"/>
                    <a:pt x="364" y="0"/>
                  </a:cubicBezTo>
                  <a:cubicBezTo>
                    <a:pt x="490" y="0"/>
                    <a:pt x="445" y="317"/>
                    <a:pt x="522" y="344"/>
                  </a:cubicBezTo>
                  <a:cubicBezTo>
                    <a:pt x="600" y="370"/>
                    <a:pt x="749" y="304"/>
                    <a:pt x="749" y="470"/>
                  </a:cubicBez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75" name="Google Shape;1148;p33"/>
            <p:cNvGrpSpPr/>
            <p:nvPr/>
          </p:nvGrpSpPr>
          <p:grpSpPr>
            <a:xfrm>
              <a:off x="4227120" y="1282680"/>
              <a:ext cx="188280" cy="188640"/>
              <a:chOff x="4227120" y="1282680"/>
              <a:chExt cx="188280" cy="188640"/>
            </a:xfrm>
          </p:grpSpPr>
          <p:sp>
            <p:nvSpPr>
              <p:cNvPr id="876" name="Google Shape;1149;p33"/>
              <p:cNvSpPr/>
              <p:nvPr/>
            </p:nvSpPr>
            <p:spPr>
              <a:xfrm>
                <a:off x="4297320" y="1371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7" name="Google Shape;1150;p33"/>
              <p:cNvSpPr/>
              <p:nvPr/>
            </p:nvSpPr>
            <p:spPr>
              <a:xfrm>
                <a:off x="4366440" y="1371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8" name="Google Shape;1151;p33"/>
              <p:cNvSpPr/>
              <p:nvPr/>
            </p:nvSpPr>
            <p:spPr>
              <a:xfrm>
                <a:off x="4227120" y="1371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9" name="Google Shape;1152;p33"/>
              <p:cNvSpPr/>
              <p:nvPr/>
            </p:nvSpPr>
            <p:spPr>
              <a:xfrm>
                <a:off x="4314240" y="135396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0" name="Google Shape;1153;p33"/>
              <p:cNvSpPr/>
              <p:nvPr/>
            </p:nvSpPr>
            <p:spPr>
              <a:xfrm>
                <a:off x="4314240" y="142344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1" name="Google Shape;1154;p33"/>
              <p:cNvSpPr/>
              <p:nvPr/>
            </p:nvSpPr>
            <p:spPr>
              <a:xfrm>
                <a:off x="4314240" y="12826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882" name="Google Shape;1155;p33"/>
            <p:cNvCxnSpPr/>
            <p:nvPr/>
          </p:nvCxnSpPr>
          <p:spPr>
            <a:xfrm>
              <a:off x="555840" y="4165560"/>
              <a:ext cx="4032720" cy="360"/>
            </a:xfrm>
            <a:prstGeom prst="straightConnector1">
              <a:avLst/>
            </a:prstGeom>
            <a:ln w="9525">
              <a:solidFill>
                <a:srgbClr val="FFFEF4"/>
              </a:solidFill>
              <a:round/>
            </a:ln>
          </p:spPr>
        </p:cxnSp>
        <p:grpSp>
          <p:nvGrpSpPr>
            <p:cNvPr id="883" name="Google Shape;1156;p33"/>
            <p:cNvGrpSpPr/>
            <p:nvPr/>
          </p:nvGrpSpPr>
          <p:grpSpPr>
            <a:xfrm>
              <a:off x="713160" y="1943280"/>
              <a:ext cx="1549800" cy="2638800"/>
              <a:chOff x="713160" y="1943280"/>
              <a:chExt cx="1549800" cy="2638800"/>
            </a:xfrm>
          </p:grpSpPr>
          <p:sp>
            <p:nvSpPr>
              <p:cNvPr id="884" name="Google Shape;1157;p33"/>
              <p:cNvSpPr/>
              <p:nvPr/>
            </p:nvSpPr>
            <p:spPr>
              <a:xfrm>
                <a:off x="2097720" y="2051280"/>
                <a:ext cx="138960" cy="209520"/>
              </a:xfrm>
              <a:custGeom>
                <a:avLst/>
                <a:gdLst>
                  <a:gd name="textAreaLeft" fmla="*/ 0 w 138960"/>
                  <a:gd name="textAreaRight" fmla="*/ 139320 w 138960"/>
                  <a:gd name="textAreaTop" fmla="*/ 0 h 209520"/>
                  <a:gd name="textAreaBottom" fmla="*/ 209880 h 209520"/>
                </a:gdLst>
                <a:ahLst/>
                <a:cxnLst/>
                <a:rect l="textAreaLeft" t="textAreaTop" r="textAreaRight" b="textAreaBottom"/>
                <a:pathLst>
                  <a:path w="126" h="190">
                    <a:moveTo>
                      <a:pt x="14" y="190"/>
                    </a:moveTo>
                    <a:lnTo>
                      <a:pt x="0" y="181"/>
                    </a:lnTo>
                    <a:lnTo>
                      <a:pt x="112" y="0"/>
                    </a:lnTo>
                    <a:lnTo>
                      <a:pt x="126" y="12"/>
                    </a:lnTo>
                    <a:lnTo>
                      <a:pt x="14" y="19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5" name="Google Shape;1158;p33"/>
              <p:cNvSpPr/>
              <p:nvPr/>
            </p:nvSpPr>
            <p:spPr>
              <a:xfrm>
                <a:off x="2207880" y="2051280"/>
                <a:ext cx="28440" cy="3060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" h="28">
                    <a:moveTo>
                      <a:pt x="17" y="28"/>
                    </a:moveTo>
                    <a:lnTo>
                      <a:pt x="0" y="19"/>
                    </a:lnTo>
                    <a:lnTo>
                      <a:pt x="12" y="0"/>
                    </a:lnTo>
                    <a:lnTo>
                      <a:pt x="26" y="12"/>
                    </a:lnTo>
                    <a:lnTo>
                      <a:pt x="17" y="28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6" name="Google Shape;1159;p33"/>
              <p:cNvSpPr/>
              <p:nvPr/>
            </p:nvSpPr>
            <p:spPr>
              <a:xfrm>
                <a:off x="2221200" y="2011680"/>
                <a:ext cx="41760" cy="52560"/>
              </a:xfrm>
              <a:custGeom>
                <a:avLst/>
                <a:gdLst>
                  <a:gd name="textAreaLeft" fmla="*/ 0 w 41760"/>
                  <a:gd name="textAreaRight" fmla="*/ 42120 w 417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16" h="20">
                    <a:moveTo>
                      <a:pt x="14" y="12"/>
                    </a:moveTo>
                    <a:cubicBezTo>
                      <a:pt x="16" y="7"/>
                      <a:pt x="14" y="0"/>
                      <a:pt x="14" y="0"/>
                    </a:cubicBezTo>
                    <a:cubicBezTo>
                      <a:pt x="14" y="0"/>
                      <a:pt x="7" y="2"/>
                      <a:pt x="4" y="6"/>
                    </a:cubicBezTo>
                    <a:cubicBezTo>
                      <a:pt x="0" y="10"/>
                      <a:pt x="0" y="15"/>
                      <a:pt x="0" y="15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20"/>
                      <a:pt x="11" y="17"/>
                      <a:pt x="14" y="1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7" name="Google Shape;1160;p33"/>
              <p:cNvSpPr/>
              <p:nvPr/>
            </p:nvSpPr>
            <p:spPr>
              <a:xfrm>
                <a:off x="1337400" y="3745080"/>
                <a:ext cx="400680" cy="837000"/>
              </a:xfrm>
              <a:custGeom>
                <a:avLst/>
                <a:gdLst>
                  <a:gd name="textAreaLeft" fmla="*/ 0 w 400680"/>
                  <a:gd name="textAreaRight" fmla="*/ 401040 w 400680"/>
                  <a:gd name="textAreaTop" fmla="*/ 0 h 837000"/>
                  <a:gd name="textAreaBottom" fmla="*/ 837360 h 837000"/>
                </a:gdLst>
                <a:ahLst/>
                <a:cxnLst/>
                <a:rect l="textAreaLeft" t="textAreaTop" r="textAreaRight" b="textAreaBottom"/>
                <a:pathLst>
                  <a:path w="153" h="319">
                    <a:moveTo>
                      <a:pt x="62" y="0"/>
                    </a:moveTo>
                    <a:cubicBezTo>
                      <a:pt x="98" y="257"/>
                      <a:pt x="98" y="257"/>
                      <a:pt x="98" y="257"/>
                    </a:cubicBezTo>
                    <a:cubicBezTo>
                      <a:pt x="98" y="257"/>
                      <a:pt x="120" y="294"/>
                      <a:pt x="153" y="316"/>
                    </a:cubicBezTo>
                    <a:cubicBezTo>
                      <a:pt x="153" y="316"/>
                      <a:pt x="116" y="319"/>
                      <a:pt x="97" y="310"/>
                    </a:cubicBezTo>
                    <a:cubicBezTo>
                      <a:pt x="78" y="301"/>
                      <a:pt x="70" y="284"/>
                      <a:pt x="70" y="284"/>
                    </a:cubicBezTo>
                    <a:cubicBezTo>
                      <a:pt x="70" y="317"/>
                      <a:pt x="70" y="317"/>
                      <a:pt x="70" y="317"/>
                    </a:cubicBezTo>
                    <a:cubicBezTo>
                      <a:pt x="62" y="317"/>
                      <a:pt x="62" y="317"/>
                      <a:pt x="62" y="317"/>
                    </a:cubicBezTo>
                    <a:cubicBezTo>
                      <a:pt x="62" y="317"/>
                      <a:pt x="52" y="281"/>
                      <a:pt x="64" y="258"/>
                    </a:cubicBezTo>
                    <a:cubicBezTo>
                      <a:pt x="77" y="235"/>
                      <a:pt x="51" y="187"/>
                      <a:pt x="35" y="148"/>
                    </a:cubicBezTo>
                    <a:cubicBezTo>
                      <a:pt x="0" y="65"/>
                      <a:pt x="21" y="0"/>
                      <a:pt x="21" y="0"/>
                    </a:cubicBez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F0A48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8" name="Google Shape;1161;p33"/>
              <p:cNvSpPr/>
              <p:nvPr/>
            </p:nvSpPr>
            <p:spPr>
              <a:xfrm>
                <a:off x="713160" y="3745080"/>
                <a:ext cx="324360" cy="83700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837000"/>
                  <a:gd name="textAreaBottom" fmla="*/ 837360 h 837000"/>
                </a:gdLst>
                <a:ahLst/>
                <a:cxnLst/>
                <a:rect l="textAreaLeft" t="textAreaTop" r="textAreaRight" b="textAreaBottom"/>
                <a:pathLst>
                  <a:path w="124" h="319">
                    <a:moveTo>
                      <a:pt x="124" y="0"/>
                    </a:moveTo>
                    <a:cubicBezTo>
                      <a:pt x="46" y="257"/>
                      <a:pt x="46" y="257"/>
                      <a:pt x="46" y="257"/>
                    </a:cubicBezTo>
                    <a:cubicBezTo>
                      <a:pt x="46" y="257"/>
                      <a:pt x="68" y="294"/>
                      <a:pt x="101" y="316"/>
                    </a:cubicBezTo>
                    <a:cubicBezTo>
                      <a:pt x="101" y="316"/>
                      <a:pt x="64" y="319"/>
                      <a:pt x="45" y="310"/>
                    </a:cubicBezTo>
                    <a:cubicBezTo>
                      <a:pt x="26" y="301"/>
                      <a:pt x="18" y="284"/>
                      <a:pt x="18" y="284"/>
                    </a:cubicBezTo>
                    <a:cubicBezTo>
                      <a:pt x="18" y="317"/>
                      <a:pt x="18" y="317"/>
                      <a:pt x="18" y="317"/>
                    </a:cubicBezTo>
                    <a:cubicBezTo>
                      <a:pt x="10" y="317"/>
                      <a:pt x="10" y="317"/>
                      <a:pt x="10" y="317"/>
                    </a:cubicBezTo>
                    <a:cubicBezTo>
                      <a:pt x="10" y="317"/>
                      <a:pt x="0" y="281"/>
                      <a:pt x="12" y="258"/>
                    </a:cubicBezTo>
                    <a:cubicBezTo>
                      <a:pt x="25" y="235"/>
                      <a:pt x="26" y="212"/>
                      <a:pt x="30" y="151"/>
                    </a:cubicBezTo>
                    <a:cubicBezTo>
                      <a:pt x="37" y="48"/>
                      <a:pt x="84" y="0"/>
                      <a:pt x="84" y="0"/>
                    </a:cubicBezTo>
                    <a:lnTo>
                      <a:pt x="124" y="0"/>
                    </a:lnTo>
                    <a:close/>
                  </a:path>
                </a:pathLst>
              </a:custGeom>
              <a:solidFill>
                <a:srgbClr val="F0A48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9" name="Google Shape;1162;p33"/>
              <p:cNvSpPr/>
              <p:nvPr/>
            </p:nvSpPr>
            <p:spPr>
              <a:xfrm>
                <a:off x="1476720" y="4433400"/>
                <a:ext cx="261360" cy="148680"/>
              </a:xfrm>
              <a:custGeom>
                <a:avLst/>
                <a:gdLst>
                  <a:gd name="textAreaLeft" fmla="*/ 0 w 261360"/>
                  <a:gd name="textAreaRight" fmla="*/ 261720 w 261360"/>
                  <a:gd name="textAreaTop" fmla="*/ 0 h 148680"/>
                  <a:gd name="textAreaBottom" fmla="*/ 149040 h 148680"/>
                </a:gdLst>
                <a:ahLst/>
                <a:cxnLst/>
                <a:rect l="textAreaLeft" t="textAreaTop" r="textAreaRight" b="textAreaBottom"/>
                <a:pathLst>
                  <a:path w="100" h="57">
                    <a:moveTo>
                      <a:pt x="17" y="55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25" y="39"/>
                      <a:pt x="44" y="48"/>
                    </a:cubicBezTo>
                    <a:cubicBezTo>
                      <a:pt x="63" y="57"/>
                      <a:pt x="100" y="54"/>
                      <a:pt x="100" y="54"/>
                    </a:cubicBezTo>
                    <a:cubicBezTo>
                      <a:pt x="81" y="41"/>
                      <a:pt x="65" y="23"/>
                      <a:pt x="56" y="10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9" y="55"/>
                      <a:pt x="9" y="55"/>
                    </a:cubicBezTo>
                    <a:lnTo>
                      <a:pt x="17" y="5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0" name="Google Shape;1163;p33"/>
              <p:cNvSpPr/>
              <p:nvPr/>
            </p:nvSpPr>
            <p:spPr>
              <a:xfrm>
                <a:off x="716400" y="4433400"/>
                <a:ext cx="261360" cy="148680"/>
              </a:xfrm>
              <a:custGeom>
                <a:avLst/>
                <a:gdLst>
                  <a:gd name="textAreaLeft" fmla="*/ 0 w 261360"/>
                  <a:gd name="textAreaRight" fmla="*/ 261720 w 261360"/>
                  <a:gd name="textAreaTop" fmla="*/ 0 h 148680"/>
                  <a:gd name="textAreaBottom" fmla="*/ 149040 h 148680"/>
                </a:gdLst>
                <a:ahLst/>
                <a:cxnLst/>
                <a:rect l="textAreaLeft" t="textAreaTop" r="textAreaRight" b="textAreaBottom"/>
                <a:pathLst>
                  <a:path w="100" h="57">
                    <a:moveTo>
                      <a:pt x="17" y="55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25" y="39"/>
                      <a:pt x="44" y="48"/>
                    </a:cubicBezTo>
                    <a:cubicBezTo>
                      <a:pt x="63" y="57"/>
                      <a:pt x="100" y="54"/>
                      <a:pt x="100" y="54"/>
                    </a:cubicBezTo>
                    <a:cubicBezTo>
                      <a:pt x="81" y="41"/>
                      <a:pt x="66" y="23"/>
                      <a:pt x="56" y="10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9" y="55"/>
                      <a:pt x="9" y="55"/>
                    </a:cubicBezTo>
                    <a:lnTo>
                      <a:pt x="17" y="5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1" name="Google Shape;1164;p33"/>
              <p:cNvSpPr/>
              <p:nvPr/>
            </p:nvSpPr>
            <p:spPr>
              <a:xfrm>
                <a:off x="879120" y="2862360"/>
                <a:ext cx="662400" cy="918720"/>
              </a:xfrm>
              <a:custGeom>
                <a:avLst/>
                <a:gdLst>
                  <a:gd name="textAreaLeft" fmla="*/ 0 w 662400"/>
                  <a:gd name="textAreaRight" fmla="*/ 662760 w 662400"/>
                  <a:gd name="textAreaTop" fmla="*/ 0 h 918720"/>
                  <a:gd name="textAreaBottom" fmla="*/ 919080 h 918720"/>
                </a:gdLst>
                <a:ahLst/>
                <a:cxnLst/>
                <a:rect l="textAreaLeft" t="textAreaTop" r="textAreaRight" b="textAreaBottom"/>
                <a:pathLst>
                  <a:path w="253" h="350">
                    <a:moveTo>
                      <a:pt x="186" y="0"/>
                    </a:moveTo>
                    <a:cubicBezTo>
                      <a:pt x="186" y="0"/>
                      <a:pt x="226" y="211"/>
                      <a:pt x="253" y="350"/>
                    </a:cubicBezTo>
                    <a:cubicBezTo>
                      <a:pt x="0" y="350"/>
                      <a:pt x="0" y="350"/>
                      <a:pt x="0" y="350"/>
                    </a:cubicBezTo>
                    <a:cubicBezTo>
                      <a:pt x="0" y="350"/>
                      <a:pt x="36" y="263"/>
                      <a:pt x="36" y="204"/>
                    </a:cubicBezTo>
                    <a:cubicBezTo>
                      <a:pt x="36" y="145"/>
                      <a:pt x="31" y="62"/>
                      <a:pt x="73" y="15"/>
                    </a:cubicBezTo>
                    <a:cubicBezTo>
                      <a:pt x="73" y="0"/>
                      <a:pt x="73" y="0"/>
                      <a:pt x="73" y="0"/>
                    </a:cubicBezTo>
                    <a:lnTo>
                      <a:pt x="1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2" name="Google Shape;1165;p33"/>
              <p:cNvSpPr/>
              <p:nvPr/>
            </p:nvSpPr>
            <p:spPr>
              <a:xfrm>
                <a:off x="1248120" y="2114280"/>
                <a:ext cx="967320" cy="393120"/>
              </a:xfrm>
              <a:custGeom>
                <a:avLst/>
                <a:gdLst>
                  <a:gd name="textAreaLeft" fmla="*/ 0 w 967320"/>
                  <a:gd name="textAreaRight" fmla="*/ 967680 w 967320"/>
                  <a:gd name="textAreaTop" fmla="*/ 0 h 393120"/>
                  <a:gd name="textAreaBottom" fmla="*/ 393480 h 393120"/>
                </a:gdLst>
                <a:ahLst/>
                <a:cxnLst/>
                <a:rect l="textAreaLeft" t="textAreaTop" r="textAreaRight" b="textAreaBottom"/>
                <a:pathLst>
                  <a:path w="369" h="150">
                    <a:moveTo>
                      <a:pt x="28" y="100"/>
                    </a:moveTo>
                    <a:cubicBezTo>
                      <a:pt x="158" y="100"/>
                      <a:pt x="158" y="100"/>
                      <a:pt x="158" y="100"/>
                    </a:cubicBezTo>
                    <a:cubicBezTo>
                      <a:pt x="298" y="38"/>
                      <a:pt x="298" y="38"/>
                      <a:pt x="298" y="38"/>
                    </a:cubicBezTo>
                    <a:cubicBezTo>
                      <a:pt x="298" y="38"/>
                      <a:pt x="313" y="16"/>
                      <a:pt x="337" y="5"/>
                    </a:cubicBezTo>
                    <a:cubicBezTo>
                      <a:pt x="346" y="1"/>
                      <a:pt x="363" y="0"/>
                      <a:pt x="365" y="1"/>
                    </a:cubicBezTo>
                    <a:cubicBezTo>
                      <a:pt x="367" y="3"/>
                      <a:pt x="349" y="6"/>
                      <a:pt x="341" y="12"/>
                    </a:cubicBezTo>
                    <a:cubicBezTo>
                      <a:pt x="341" y="12"/>
                      <a:pt x="365" y="8"/>
                      <a:pt x="367" y="12"/>
                    </a:cubicBezTo>
                    <a:cubicBezTo>
                      <a:pt x="369" y="15"/>
                      <a:pt x="355" y="16"/>
                      <a:pt x="349" y="19"/>
                    </a:cubicBezTo>
                    <a:cubicBezTo>
                      <a:pt x="349" y="19"/>
                      <a:pt x="357" y="21"/>
                      <a:pt x="355" y="26"/>
                    </a:cubicBezTo>
                    <a:cubicBezTo>
                      <a:pt x="354" y="30"/>
                      <a:pt x="349" y="30"/>
                      <a:pt x="349" y="34"/>
                    </a:cubicBezTo>
                    <a:cubicBezTo>
                      <a:pt x="348" y="38"/>
                      <a:pt x="349" y="42"/>
                      <a:pt x="344" y="46"/>
                    </a:cubicBezTo>
                    <a:cubicBezTo>
                      <a:pt x="340" y="50"/>
                      <a:pt x="324" y="54"/>
                      <a:pt x="310" y="54"/>
                    </a:cubicBezTo>
                    <a:cubicBezTo>
                      <a:pt x="310" y="54"/>
                      <a:pt x="201" y="150"/>
                      <a:pt x="145" y="150"/>
                    </a:cubicBezTo>
                    <a:cubicBezTo>
                      <a:pt x="99" y="150"/>
                      <a:pt x="30" y="150"/>
                      <a:pt x="30" y="150"/>
                    </a:cubicBezTo>
                    <a:cubicBezTo>
                      <a:pt x="30" y="150"/>
                      <a:pt x="0" y="126"/>
                      <a:pt x="28" y="100"/>
                    </a:cubicBezTo>
                    <a:close/>
                  </a:path>
                </a:pathLst>
              </a:custGeom>
              <a:solidFill>
                <a:srgbClr val="F0A48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3" name="Google Shape;1166;p33"/>
              <p:cNvSpPr/>
              <p:nvPr/>
            </p:nvSpPr>
            <p:spPr>
              <a:xfrm>
                <a:off x="718920" y="3426840"/>
                <a:ext cx="274680" cy="34092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340920"/>
                  <a:gd name="textAreaBottom" fmla="*/ 341280 h 340920"/>
                </a:gdLst>
                <a:ahLst/>
                <a:cxnLst/>
                <a:rect l="textAreaLeft" t="textAreaTop" r="textAreaRight" b="textAreaBottom"/>
                <a:pathLst>
                  <a:path w="249" h="309">
                    <a:moveTo>
                      <a:pt x="230" y="309"/>
                    </a:moveTo>
                    <a:lnTo>
                      <a:pt x="17" y="309"/>
                    </a:lnTo>
                    <a:lnTo>
                      <a:pt x="0" y="0"/>
                    </a:lnTo>
                    <a:lnTo>
                      <a:pt x="249" y="0"/>
                    </a:lnTo>
                    <a:lnTo>
                      <a:pt x="230" y="309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4" name="Google Shape;1167;p33"/>
              <p:cNvSpPr/>
              <p:nvPr/>
            </p:nvSpPr>
            <p:spPr>
              <a:xfrm>
                <a:off x="724320" y="3291120"/>
                <a:ext cx="263520" cy="135360"/>
              </a:xfrm>
              <a:custGeom>
                <a:avLst/>
                <a:gdLst>
                  <a:gd name="textAreaLeft" fmla="*/ 0 w 263520"/>
                  <a:gd name="textAreaRight" fmla="*/ 263880 w 26352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101" h="52">
                    <a:moveTo>
                      <a:pt x="101" y="52"/>
                    </a:moveTo>
                    <a:cubicBezTo>
                      <a:pt x="85" y="18"/>
                      <a:pt x="85" y="18"/>
                      <a:pt x="85" y="18"/>
                    </a:cubicBezTo>
                    <a:cubicBezTo>
                      <a:pt x="80" y="7"/>
                      <a:pt x="69" y="0"/>
                      <a:pt x="58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31" y="0"/>
                      <a:pt x="20" y="7"/>
                      <a:pt x="15" y="18"/>
                    </a:cubicBezTo>
                    <a:cubicBezTo>
                      <a:pt x="0" y="52"/>
                      <a:pt x="0" y="52"/>
                      <a:pt x="0" y="52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5" name="Google Shape;1168;p33"/>
              <p:cNvSpPr/>
              <p:nvPr/>
            </p:nvSpPr>
            <p:spPr>
              <a:xfrm>
                <a:off x="718920" y="3409200"/>
                <a:ext cx="274680" cy="3636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960" bIns="12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6" name="Google Shape;1169;p33"/>
              <p:cNvSpPr/>
              <p:nvPr/>
            </p:nvSpPr>
            <p:spPr>
              <a:xfrm>
                <a:off x="787320" y="3443400"/>
                <a:ext cx="150840" cy="206280"/>
              </a:xfrm>
              <a:custGeom>
                <a:avLst/>
                <a:gdLst>
                  <a:gd name="textAreaLeft" fmla="*/ 0 w 150840"/>
                  <a:gd name="textAreaRight" fmla="*/ 151200 w 150840"/>
                  <a:gd name="textAreaTop" fmla="*/ 0 h 206280"/>
                  <a:gd name="textAreaBottom" fmla="*/ 206640 h 206280"/>
                </a:gdLst>
                <a:ahLst/>
                <a:cxnLst/>
                <a:rect l="textAreaLeft" t="textAreaTop" r="textAreaRight" b="textAreaBottom"/>
                <a:pathLst>
                  <a:path w="58" h="79">
                    <a:moveTo>
                      <a:pt x="26" y="1"/>
                    </a:moveTo>
                    <a:cubicBezTo>
                      <a:pt x="17" y="1"/>
                      <a:pt x="9" y="1"/>
                      <a:pt x="2" y="0"/>
                    </a:cubicBezTo>
                    <a:cubicBezTo>
                      <a:pt x="1" y="5"/>
                      <a:pt x="0" y="12"/>
                      <a:pt x="3" y="18"/>
                    </a:cubicBezTo>
                    <a:cubicBezTo>
                      <a:pt x="7" y="26"/>
                      <a:pt x="16" y="25"/>
                      <a:pt x="18" y="39"/>
                    </a:cubicBezTo>
                    <a:cubicBezTo>
                      <a:pt x="20" y="45"/>
                      <a:pt x="25" y="52"/>
                      <a:pt x="33" y="54"/>
                    </a:cubicBezTo>
                    <a:cubicBezTo>
                      <a:pt x="42" y="56"/>
                      <a:pt x="38" y="79"/>
                      <a:pt x="47" y="79"/>
                    </a:cubicBezTo>
                    <a:cubicBezTo>
                      <a:pt x="56" y="79"/>
                      <a:pt x="58" y="22"/>
                      <a:pt x="58" y="0"/>
                    </a:cubicBezTo>
                    <a:cubicBezTo>
                      <a:pt x="49" y="1"/>
                      <a:pt x="38" y="1"/>
                      <a:pt x="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7" name="Google Shape;1170;p33"/>
              <p:cNvSpPr/>
              <p:nvPr/>
            </p:nvSpPr>
            <p:spPr>
              <a:xfrm>
                <a:off x="983880" y="2377440"/>
                <a:ext cx="426240" cy="524520"/>
              </a:xfrm>
              <a:custGeom>
                <a:avLst/>
                <a:gdLst>
                  <a:gd name="textAreaLeft" fmla="*/ 0 w 426240"/>
                  <a:gd name="textAreaRight" fmla="*/ 426600 w 426240"/>
                  <a:gd name="textAreaTop" fmla="*/ 0 h 524520"/>
                  <a:gd name="textAreaBottom" fmla="*/ 524880 h 524520"/>
                </a:gdLst>
                <a:ahLst/>
                <a:cxnLst/>
                <a:rect l="textAreaLeft" t="textAreaTop" r="textAreaRight" b="textAreaBottom"/>
                <a:pathLst>
                  <a:path w="163" h="200">
                    <a:moveTo>
                      <a:pt x="11" y="0"/>
                    </a:moveTo>
                    <a:cubicBezTo>
                      <a:pt x="129" y="0"/>
                      <a:pt x="129" y="0"/>
                      <a:pt x="129" y="0"/>
                    </a:cubicBezTo>
                    <a:cubicBezTo>
                      <a:pt x="129" y="0"/>
                      <a:pt x="132" y="29"/>
                      <a:pt x="145" y="50"/>
                    </a:cubicBezTo>
                    <a:cubicBezTo>
                      <a:pt x="157" y="71"/>
                      <a:pt x="159" y="89"/>
                      <a:pt x="155" y="112"/>
                    </a:cubicBezTo>
                    <a:cubicBezTo>
                      <a:pt x="151" y="135"/>
                      <a:pt x="147" y="161"/>
                      <a:pt x="154" y="174"/>
                    </a:cubicBezTo>
                    <a:cubicBezTo>
                      <a:pt x="161" y="186"/>
                      <a:pt x="163" y="200"/>
                      <a:pt x="142" y="200"/>
                    </a:cubicBezTo>
                    <a:cubicBezTo>
                      <a:pt x="121" y="200"/>
                      <a:pt x="60" y="200"/>
                      <a:pt x="39" y="200"/>
                    </a:cubicBezTo>
                    <a:cubicBezTo>
                      <a:pt x="19" y="200"/>
                      <a:pt x="28" y="185"/>
                      <a:pt x="33" y="167"/>
                    </a:cubicBezTo>
                    <a:cubicBezTo>
                      <a:pt x="43" y="124"/>
                      <a:pt x="9" y="97"/>
                      <a:pt x="4" y="54"/>
                    </a:cubicBezTo>
                    <a:cubicBezTo>
                      <a:pt x="0" y="11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8" name="Google Shape;1171;p33"/>
              <p:cNvSpPr/>
              <p:nvPr/>
            </p:nvSpPr>
            <p:spPr>
              <a:xfrm>
                <a:off x="1028160" y="2629080"/>
                <a:ext cx="366480" cy="20520"/>
              </a:xfrm>
              <a:custGeom>
                <a:avLst/>
                <a:gdLst>
                  <a:gd name="textAreaLeft" fmla="*/ 0 w 366480"/>
                  <a:gd name="textAreaRight" fmla="*/ 366840 w 36648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140" h="8">
                    <a:moveTo>
                      <a:pt x="0" y="0"/>
                    </a:moveTo>
                    <a:cubicBezTo>
                      <a:pt x="2" y="3"/>
                      <a:pt x="3" y="5"/>
                      <a:pt x="4" y="8"/>
                    </a:cubicBezTo>
                    <a:cubicBezTo>
                      <a:pt x="140" y="8"/>
                      <a:pt x="140" y="8"/>
                      <a:pt x="140" y="8"/>
                    </a:cubicBezTo>
                    <a:cubicBezTo>
                      <a:pt x="140" y="5"/>
                      <a:pt x="140" y="3"/>
                      <a:pt x="1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9" name="Google Shape;1172;p33"/>
              <p:cNvSpPr/>
              <p:nvPr/>
            </p:nvSpPr>
            <p:spPr>
              <a:xfrm>
                <a:off x="1064520" y="2713320"/>
                <a:ext cx="320040" cy="20520"/>
              </a:xfrm>
              <a:custGeom>
                <a:avLst/>
                <a:gdLst>
                  <a:gd name="textAreaLeft" fmla="*/ 0 w 320040"/>
                  <a:gd name="textAreaRight" fmla="*/ 320400 w 32004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122" h="8">
                    <a:moveTo>
                      <a:pt x="0" y="0"/>
                    </a:moveTo>
                    <a:cubicBezTo>
                      <a:pt x="1" y="3"/>
                      <a:pt x="2" y="5"/>
                      <a:pt x="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5"/>
                      <a:pt x="121" y="3"/>
                      <a:pt x="12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0" name="Google Shape;1173;p33"/>
              <p:cNvSpPr/>
              <p:nvPr/>
            </p:nvSpPr>
            <p:spPr>
              <a:xfrm>
                <a:off x="1069920" y="2797200"/>
                <a:ext cx="311040" cy="20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119" h="8">
                    <a:moveTo>
                      <a:pt x="119" y="8"/>
                    </a:moveTo>
                    <a:cubicBezTo>
                      <a:pt x="118" y="5"/>
                      <a:pt x="118" y="3"/>
                      <a:pt x="118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4"/>
                      <a:pt x="0" y="7"/>
                    </a:cubicBezTo>
                    <a:cubicBezTo>
                      <a:pt x="0" y="7"/>
                      <a:pt x="0" y="7"/>
                      <a:pt x="0" y="8"/>
                    </a:cubicBezTo>
                    <a:lnTo>
                      <a:pt x="119" y="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1" name="Google Shape;1174;p33"/>
              <p:cNvSpPr/>
              <p:nvPr/>
            </p:nvSpPr>
            <p:spPr>
              <a:xfrm>
                <a:off x="991800" y="2461320"/>
                <a:ext cx="356400" cy="20520"/>
              </a:xfrm>
              <a:custGeom>
                <a:avLst/>
                <a:gdLst>
                  <a:gd name="textAreaLeft" fmla="*/ 0 w 356400"/>
                  <a:gd name="textAreaRight" fmla="*/ 356760 w 35640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136" h="8">
                    <a:moveTo>
                      <a:pt x="0" y="0"/>
                    </a:moveTo>
                    <a:cubicBezTo>
                      <a:pt x="0" y="3"/>
                      <a:pt x="0" y="5"/>
                      <a:pt x="0" y="8"/>
                    </a:cubicBezTo>
                    <a:cubicBezTo>
                      <a:pt x="136" y="8"/>
                      <a:pt x="136" y="8"/>
                      <a:pt x="136" y="8"/>
                    </a:cubicBezTo>
                    <a:cubicBezTo>
                      <a:pt x="135" y="5"/>
                      <a:pt x="134" y="3"/>
                      <a:pt x="13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2" name="Google Shape;1175;p33"/>
              <p:cNvSpPr/>
              <p:nvPr/>
            </p:nvSpPr>
            <p:spPr>
              <a:xfrm>
                <a:off x="999360" y="2545200"/>
                <a:ext cx="387360" cy="20520"/>
              </a:xfrm>
              <a:custGeom>
                <a:avLst/>
                <a:gdLst>
                  <a:gd name="textAreaLeft" fmla="*/ 0 w 387360"/>
                  <a:gd name="textAreaRight" fmla="*/ 387720 w 38736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148" h="8">
                    <a:moveTo>
                      <a:pt x="0" y="0"/>
                    </a:moveTo>
                    <a:cubicBezTo>
                      <a:pt x="0" y="3"/>
                      <a:pt x="1" y="5"/>
                      <a:pt x="2" y="8"/>
                    </a:cubicBezTo>
                    <a:cubicBezTo>
                      <a:pt x="148" y="8"/>
                      <a:pt x="148" y="8"/>
                      <a:pt x="148" y="8"/>
                    </a:cubicBezTo>
                    <a:cubicBezTo>
                      <a:pt x="148" y="5"/>
                      <a:pt x="147" y="3"/>
                      <a:pt x="14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3" name="Google Shape;1176;p33"/>
              <p:cNvSpPr/>
              <p:nvPr/>
            </p:nvSpPr>
            <p:spPr>
              <a:xfrm>
                <a:off x="776160" y="2476800"/>
                <a:ext cx="274680" cy="84060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840600"/>
                  <a:gd name="textAreaBottom" fmla="*/ 840960 h 840600"/>
                </a:gdLst>
                <a:ahLst/>
                <a:cxnLst/>
                <a:rect l="textAreaLeft" t="textAreaTop" r="textAreaRight" b="textAreaBottom"/>
                <a:pathLst>
                  <a:path w="105" h="320">
                    <a:moveTo>
                      <a:pt x="105" y="38"/>
                    </a:moveTo>
                    <a:cubicBezTo>
                      <a:pt x="46" y="157"/>
                      <a:pt x="46" y="157"/>
                      <a:pt x="46" y="157"/>
                    </a:cubicBezTo>
                    <a:cubicBezTo>
                      <a:pt x="34" y="288"/>
                      <a:pt x="34" y="288"/>
                      <a:pt x="34" y="288"/>
                    </a:cubicBezTo>
                    <a:cubicBezTo>
                      <a:pt x="34" y="288"/>
                      <a:pt x="56" y="320"/>
                      <a:pt x="46" y="320"/>
                    </a:cubicBezTo>
                    <a:cubicBezTo>
                      <a:pt x="35" y="320"/>
                      <a:pt x="12" y="320"/>
                      <a:pt x="12" y="320"/>
                    </a:cubicBezTo>
                    <a:cubicBezTo>
                      <a:pt x="12" y="320"/>
                      <a:pt x="12" y="304"/>
                      <a:pt x="17" y="288"/>
                    </a:cubicBezTo>
                    <a:cubicBezTo>
                      <a:pt x="17" y="288"/>
                      <a:pt x="0" y="184"/>
                      <a:pt x="9" y="147"/>
                    </a:cubicBezTo>
                    <a:cubicBezTo>
                      <a:pt x="18" y="111"/>
                      <a:pt x="75" y="0"/>
                      <a:pt x="75" y="0"/>
                    </a:cubicBezTo>
                    <a:lnTo>
                      <a:pt x="105" y="38"/>
                    </a:lnTo>
                    <a:close/>
                  </a:path>
                </a:pathLst>
              </a:custGeom>
              <a:solidFill>
                <a:srgbClr val="F0A48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4" name="Google Shape;1177;p33"/>
              <p:cNvSpPr/>
              <p:nvPr/>
            </p:nvSpPr>
            <p:spPr>
              <a:xfrm>
                <a:off x="1049040" y="1980720"/>
                <a:ext cx="290160" cy="396360"/>
              </a:xfrm>
              <a:custGeom>
                <a:avLst/>
                <a:gdLst>
                  <a:gd name="textAreaLeft" fmla="*/ 0 w 290160"/>
                  <a:gd name="textAreaRight" fmla="*/ 290520 w 290160"/>
                  <a:gd name="textAreaTop" fmla="*/ 0 h 396360"/>
                  <a:gd name="textAreaBottom" fmla="*/ 396720 h 396360"/>
                </a:gdLst>
                <a:ahLst/>
                <a:cxnLst/>
                <a:rect l="textAreaLeft" t="textAreaTop" r="textAreaRight" b="textAreaBottom"/>
                <a:pathLst>
                  <a:path w="111" h="151">
                    <a:moveTo>
                      <a:pt x="87" y="28"/>
                    </a:moveTo>
                    <a:cubicBezTo>
                      <a:pt x="90" y="33"/>
                      <a:pt x="95" y="43"/>
                      <a:pt x="97" y="50"/>
                    </a:cubicBezTo>
                    <a:cubicBezTo>
                      <a:pt x="98" y="58"/>
                      <a:pt x="111" y="66"/>
                      <a:pt x="111" y="66"/>
                    </a:cubicBezTo>
                    <a:cubicBezTo>
                      <a:pt x="102" y="71"/>
                      <a:pt x="102" y="71"/>
                      <a:pt x="102" y="71"/>
                    </a:cubicBezTo>
                    <a:cubicBezTo>
                      <a:pt x="102" y="71"/>
                      <a:pt x="103" y="99"/>
                      <a:pt x="96" y="105"/>
                    </a:cubicBezTo>
                    <a:cubicBezTo>
                      <a:pt x="89" y="111"/>
                      <a:pt x="80" y="106"/>
                      <a:pt x="76" y="116"/>
                    </a:cubicBezTo>
                    <a:cubicBezTo>
                      <a:pt x="73" y="125"/>
                      <a:pt x="76" y="151"/>
                      <a:pt x="76" y="151"/>
                    </a:cubicBezTo>
                    <a:cubicBezTo>
                      <a:pt x="36" y="151"/>
                      <a:pt x="36" y="151"/>
                      <a:pt x="36" y="151"/>
                    </a:cubicBezTo>
                    <a:cubicBezTo>
                      <a:pt x="31" y="107"/>
                      <a:pt x="31" y="107"/>
                      <a:pt x="31" y="107"/>
                    </a:cubicBezTo>
                    <a:cubicBezTo>
                      <a:pt x="31" y="107"/>
                      <a:pt x="0" y="81"/>
                      <a:pt x="10" y="44"/>
                    </a:cubicBezTo>
                    <a:cubicBezTo>
                      <a:pt x="19" y="7"/>
                      <a:pt x="66" y="0"/>
                      <a:pt x="87" y="28"/>
                    </a:cubicBezTo>
                    <a:close/>
                  </a:path>
                </a:pathLst>
              </a:custGeom>
              <a:solidFill>
                <a:srgbClr val="F0A48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5" name="Google Shape;1178;p33"/>
              <p:cNvSpPr/>
              <p:nvPr/>
            </p:nvSpPr>
            <p:spPr>
              <a:xfrm>
                <a:off x="883440" y="1943280"/>
                <a:ext cx="440640" cy="685800"/>
              </a:xfrm>
              <a:custGeom>
                <a:avLst/>
                <a:gdLst>
                  <a:gd name="textAreaLeft" fmla="*/ 0 w 440640"/>
                  <a:gd name="textAreaRight" fmla="*/ 441000 w 440640"/>
                  <a:gd name="textAreaTop" fmla="*/ 0 h 685800"/>
                  <a:gd name="textAreaBottom" fmla="*/ 686160 h 685800"/>
                </a:gdLst>
                <a:ahLst/>
                <a:cxnLst/>
                <a:rect l="textAreaLeft" t="textAreaTop" r="textAreaRight" b="textAreaBottom"/>
                <a:pathLst>
                  <a:path w="168" h="261">
                    <a:moveTo>
                      <a:pt x="159" y="62"/>
                    </a:moveTo>
                    <a:cubicBezTo>
                      <a:pt x="159" y="62"/>
                      <a:pt x="168" y="58"/>
                      <a:pt x="166" y="42"/>
                    </a:cubicBezTo>
                    <a:cubicBezTo>
                      <a:pt x="164" y="21"/>
                      <a:pt x="136" y="0"/>
                      <a:pt x="106" y="18"/>
                    </a:cubicBezTo>
                    <a:cubicBezTo>
                      <a:pt x="106" y="18"/>
                      <a:pt x="66" y="9"/>
                      <a:pt x="51" y="32"/>
                    </a:cubicBezTo>
                    <a:cubicBezTo>
                      <a:pt x="35" y="55"/>
                      <a:pt x="44" y="95"/>
                      <a:pt x="38" y="117"/>
                    </a:cubicBezTo>
                    <a:cubicBezTo>
                      <a:pt x="32" y="139"/>
                      <a:pt x="11" y="154"/>
                      <a:pt x="6" y="175"/>
                    </a:cubicBezTo>
                    <a:cubicBezTo>
                      <a:pt x="0" y="196"/>
                      <a:pt x="20" y="204"/>
                      <a:pt x="28" y="223"/>
                    </a:cubicBezTo>
                    <a:cubicBezTo>
                      <a:pt x="36" y="242"/>
                      <a:pt x="47" y="261"/>
                      <a:pt x="83" y="256"/>
                    </a:cubicBezTo>
                    <a:cubicBezTo>
                      <a:pt x="102" y="254"/>
                      <a:pt x="125" y="232"/>
                      <a:pt x="122" y="197"/>
                    </a:cubicBezTo>
                    <a:cubicBezTo>
                      <a:pt x="119" y="173"/>
                      <a:pt x="103" y="158"/>
                      <a:pt x="107" y="136"/>
                    </a:cubicBezTo>
                    <a:cubicBezTo>
                      <a:pt x="111" y="114"/>
                      <a:pt x="129" y="111"/>
                      <a:pt x="129" y="95"/>
                    </a:cubicBezTo>
                    <a:cubicBezTo>
                      <a:pt x="129" y="79"/>
                      <a:pt x="124" y="72"/>
                      <a:pt x="128" y="64"/>
                    </a:cubicBezTo>
                    <a:cubicBezTo>
                      <a:pt x="133" y="56"/>
                      <a:pt x="144" y="63"/>
                      <a:pt x="151" y="44"/>
                    </a:cubicBezTo>
                    <a:cubicBezTo>
                      <a:pt x="151" y="44"/>
                      <a:pt x="155" y="47"/>
                      <a:pt x="159" y="62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906" name="Google Shape;1179;p33"/>
            <p:cNvSpPr/>
            <p:nvPr/>
          </p:nvSpPr>
          <p:spPr>
            <a:xfrm>
              <a:off x="4056480" y="2647080"/>
              <a:ext cx="21600" cy="1908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9" h="8">
                  <a:moveTo>
                    <a:pt x="5" y="2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5"/>
                    <a:pt x="0" y="6"/>
                  </a:cubicBezTo>
                  <a:cubicBezTo>
                    <a:pt x="0" y="8"/>
                    <a:pt x="1" y="8"/>
                    <a:pt x="2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8"/>
                    <a:pt x="8" y="8"/>
                    <a:pt x="8" y="8"/>
                  </a:cubicBezTo>
                  <a:cubicBezTo>
                    <a:pt x="8" y="7"/>
                    <a:pt x="9" y="7"/>
                    <a:pt x="9" y="6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8" y="0"/>
                    <a:pt x="7" y="0"/>
                  </a:cubicBezTo>
                  <a:cubicBezTo>
                    <a:pt x="6" y="0"/>
                    <a:pt x="5" y="1"/>
                    <a:pt x="5" y="2"/>
                  </a:cubicBezTo>
                  <a:close/>
                </a:path>
              </a:pathLst>
            </a:custGeom>
            <a:solidFill>
              <a:srgbClr val="B5B5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7" name="Google Shape;1180;p33"/>
            <p:cNvSpPr/>
            <p:nvPr/>
          </p:nvSpPr>
          <p:spPr>
            <a:xfrm>
              <a:off x="2954520" y="2658600"/>
              <a:ext cx="1074240" cy="7560"/>
            </a:xfrm>
            <a:custGeom>
              <a:avLst/>
              <a:gdLst>
                <a:gd name="textAreaLeft" fmla="*/ 0 w 1074240"/>
                <a:gd name="textAreaRight" fmla="*/ 1074600 w 10742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427" h="3">
                  <a:moveTo>
                    <a:pt x="1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3" y="3"/>
                    <a:pt x="14" y="3"/>
                    <a:pt x="14" y="1"/>
                  </a:cubicBezTo>
                  <a:cubicBezTo>
                    <a:pt x="14" y="0"/>
                    <a:pt x="13" y="0"/>
                    <a:pt x="12" y="0"/>
                  </a:cubicBezTo>
                  <a:close/>
                  <a:moveTo>
                    <a:pt x="3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5" y="0"/>
                    <a:pt x="24" y="0"/>
                    <a:pt x="24" y="1"/>
                  </a:cubicBezTo>
                  <a:cubicBezTo>
                    <a:pt x="24" y="3"/>
                    <a:pt x="25" y="3"/>
                    <a:pt x="2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7" y="3"/>
                    <a:pt x="38" y="3"/>
                    <a:pt x="38" y="1"/>
                  </a:cubicBezTo>
                  <a:cubicBezTo>
                    <a:pt x="38" y="0"/>
                    <a:pt x="37" y="0"/>
                    <a:pt x="36" y="0"/>
                  </a:cubicBezTo>
                  <a:close/>
                  <a:moveTo>
                    <a:pt x="60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49" y="0"/>
                    <a:pt x="49" y="1"/>
                  </a:cubicBezTo>
                  <a:cubicBezTo>
                    <a:pt x="49" y="3"/>
                    <a:pt x="50" y="3"/>
                    <a:pt x="51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1" y="3"/>
                    <a:pt x="62" y="3"/>
                    <a:pt x="62" y="1"/>
                  </a:cubicBezTo>
                  <a:cubicBezTo>
                    <a:pt x="62" y="0"/>
                    <a:pt x="61" y="0"/>
                    <a:pt x="60" y="0"/>
                  </a:cubicBezTo>
                  <a:close/>
                  <a:moveTo>
                    <a:pt x="85" y="0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4" y="0"/>
                    <a:pt x="73" y="0"/>
                    <a:pt x="73" y="1"/>
                  </a:cubicBezTo>
                  <a:cubicBezTo>
                    <a:pt x="73" y="3"/>
                    <a:pt x="74" y="3"/>
                    <a:pt x="75" y="3"/>
                  </a:cubicBezTo>
                  <a:cubicBezTo>
                    <a:pt x="85" y="3"/>
                    <a:pt x="85" y="3"/>
                    <a:pt x="85" y="3"/>
                  </a:cubicBezTo>
                  <a:cubicBezTo>
                    <a:pt x="86" y="3"/>
                    <a:pt x="87" y="3"/>
                    <a:pt x="87" y="1"/>
                  </a:cubicBezTo>
                  <a:cubicBezTo>
                    <a:pt x="87" y="0"/>
                    <a:pt x="86" y="0"/>
                    <a:pt x="85" y="0"/>
                  </a:cubicBezTo>
                  <a:close/>
                  <a:moveTo>
                    <a:pt x="109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98" y="0"/>
                    <a:pt x="97" y="0"/>
                    <a:pt x="97" y="1"/>
                  </a:cubicBezTo>
                  <a:cubicBezTo>
                    <a:pt x="97" y="3"/>
                    <a:pt x="98" y="3"/>
                    <a:pt x="99" y="3"/>
                  </a:cubicBezTo>
                  <a:cubicBezTo>
                    <a:pt x="109" y="3"/>
                    <a:pt x="109" y="3"/>
                    <a:pt x="109" y="3"/>
                  </a:cubicBezTo>
                  <a:cubicBezTo>
                    <a:pt x="110" y="3"/>
                    <a:pt x="111" y="3"/>
                    <a:pt x="111" y="1"/>
                  </a:cubicBezTo>
                  <a:cubicBezTo>
                    <a:pt x="111" y="0"/>
                    <a:pt x="110" y="0"/>
                    <a:pt x="109" y="0"/>
                  </a:cubicBezTo>
                  <a:close/>
                  <a:moveTo>
                    <a:pt x="133" y="0"/>
                  </a:moveTo>
                  <a:cubicBezTo>
                    <a:pt x="124" y="0"/>
                    <a:pt x="124" y="0"/>
                    <a:pt x="124" y="0"/>
                  </a:cubicBezTo>
                  <a:cubicBezTo>
                    <a:pt x="123" y="0"/>
                    <a:pt x="122" y="0"/>
                    <a:pt x="122" y="1"/>
                  </a:cubicBezTo>
                  <a:cubicBezTo>
                    <a:pt x="122" y="3"/>
                    <a:pt x="123" y="3"/>
                    <a:pt x="124" y="3"/>
                  </a:cubicBezTo>
                  <a:cubicBezTo>
                    <a:pt x="133" y="3"/>
                    <a:pt x="133" y="3"/>
                    <a:pt x="133" y="3"/>
                  </a:cubicBezTo>
                  <a:cubicBezTo>
                    <a:pt x="134" y="3"/>
                    <a:pt x="135" y="3"/>
                    <a:pt x="135" y="1"/>
                  </a:cubicBezTo>
                  <a:cubicBezTo>
                    <a:pt x="135" y="0"/>
                    <a:pt x="134" y="0"/>
                    <a:pt x="133" y="0"/>
                  </a:cubicBezTo>
                  <a:close/>
                  <a:moveTo>
                    <a:pt x="158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147" y="0"/>
                    <a:pt x="146" y="0"/>
                    <a:pt x="146" y="1"/>
                  </a:cubicBezTo>
                  <a:cubicBezTo>
                    <a:pt x="146" y="3"/>
                    <a:pt x="147" y="3"/>
                    <a:pt x="148" y="3"/>
                  </a:cubicBezTo>
                  <a:cubicBezTo>
                    <a:pt x="158" y="3"/>
                    <a:pt x="158" y="3"/>
                    <a:pt x="158" y="3"/>
                  </a:cubicBezTo>
                  <a:cubicBezTo>
                    <a:pt x="159" y="3"/>
                    <a:pt x="160" y="3"/>
                    <a:pt x="160" y="1"/>
                  </a:cubicBezTo>
                  <a:cubicBezTo>
                    <a:pt x="160" y="0"/>
                    <a:pt x="159" y="0"/>
                    <a:pt x="158" y="0"/>
                  </a:cubicBezTo>
                  <a:close/>
                  <a:moveTo>
                    <a:pt x="182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1" y="0"/>
                    <a:pt x="170" y="0"/>
                    <a:pt x="170" y="1"/>
                  </a:cubicBezTo>
                  <a:cubicBezTo>
                    <a:pt x="170" y="3"/>
                    <a:pt x="171" y="3"/>
                    <a:pt x="172" y="3"/>
                  </a:cubicBezTo>
                  <a:cubicBezTo>
                    <a:pt x="182" y="3"/>
                    <a:pt x="182" y="3"/>
                    <a:pt x="182" y="3"/>
                  </a:cubicBezTo>
                  <a:cubicBezTo>
                    <a:pt x="183" y="3"/>
                    <a:pt x="184" y="3"/>
                    <a:pt x="184" y="1"/>
                  </a:cubicBezTo>
                  <a:cubicBezTo>
                    <a:pt x="184" y="0"/>
                    <a:pt x="183" y="0"/>
                    <a:pt x="182" y="0"/>
                  </a:cubicBezTo>
                  <a:close/>
                  <a:moveTo>
                    <a:pt x="206" y="0"/>
                  </a:moveTo>
                  <a:cubicBezTo>
                    <a:pt x="197" y="0"/>
                    <a:pt x="197" y="0"/>
                    <a:pt x="197" y="0"/>
                  </a:cubicBezTo>
                  <a:cubicBezTo>
                    <a:pt x="196" y="0"/>
                    <a:pt x="195" y="0"/>
                    <a:pt x="195" y="1"/>
                  </a:cubicBezTo>
                  <a:cubicBezTo>
                    <a:pt x="195" y="3"/>
                    <a:pt x="196" y="3"/>
                    <a:pt x="197" y="3"/>
                  </a:cubicBezTo>
                  <a:cubicBezTo>
                    <a:pt x="206" y="3"/>
                    <a:pt x="206" y="3"/>
                    <a:pt x="206" y="3"/>
                  </a:cubicBezTo>
                  <a:cubicBezTo>
                    <a:pt x="207" y="3"/>
                    <a:pt x="208" y="3"/>
                    <a:pt x="208" y="1"/>
                  </a:cubicBezTo>
                  <a:cubicBezTo>
                    <a:pt x="208" y="0"/>
                    <a:pt x="207" y="0"/>
                    <a:pt x="206" y="0"/>
                  </a:cubicBezTo>
                  <a:close/>
                  <a:moveTo>
                    <a:pt x="231" y="0"/>
                  </a:moveTo>
                  <a:cubicBezTo>
                    <a:pt x="221" y="0"/>
                    <a:pt x="221" y="0"/>
                    <a:pt x="221" y="0"/>
                  </a:cubicBezTo>
                  <a:cubicBezTo>
                    <a:pt x="220" y="0"/>
                    <a:pt x="219" y="0"/>
                    <a:pt x="219" y="1"/>
                  </a:cubicBezTo>
                  <a:cubicBezTo>
                    <a:pt x="219" y="3"/>
                    <a:pt x="220" y="3"/>
                    <a:pt x="221" y="3"/>
                  </a:cubicBezTo>
                  <a:cubicBezTo>
                    <a:pt x="231" y="3"/>
                    <a:pt x="231" y="3"/>
                    <a:pt x="231" y="3"/>
                  </a:cubicBezTo>
                  <a:cubicBezTo>
                    <a:pt x="232" y="3"/>
                    <a:pt x="233" y="3"/>
                    <a:pt x="233" y="1"/>
                  </a:cubicBezTo>
                  <a:cubicBezTo>
                    <a:pt x="233" y="0"/>
                    <a:pt x="232" y="0"/>
                    <a:pt x="231" y="0"/>
                  </a:cubicBezTo>
                  <a:close/>
                  <a:moveTo>
                    <a:pt x="255" y="0"/>
                  </a:moveTo>
                  <a:cubicBezTo>
                    <a:pt x="245" y="0"/>
                    <a:pt x="245" y="0"/>
                    <a:pt x="245" y="0"/>
                  </a:cubicBezTo>
                  <a:cubicBezTo>
                    <a:pt x="244" y="0"/>
                    <a:pt x="243" y="0"/>
                    <a:pt x="243" y="1"/>
                  </a:cubicBezTo>
                  <a:cubicBezTo>
                    <a:pt x="243" y="3"/>
                    <a:pt x="244" y="3"/>
                    <a:pt x="245" y="3"/>
                  </a:cubicBezTo>
                  <a:cubicBezTo>
                    <a:pt x="255" y="3"/>
                    <a:pt x="255" y="3"/>
                    <a:pt x="255" y="3"/>
                  </a:cubicBezTo>
                  <a:cubicBezTo>
                    <a:pt x="256" y="3"/>
                    <a:pt x="257" y="3"/>
                    <a:pt x="257" y="1"/>
                  </a:cubicBezTo>
                  <a:cubicBezTo>
                    <a:pt x="257" y="0"/>
                    <a:pt x="256" y="0"/>
                    <a:pt x="255" y="0"/>
                  </a:cubicBezTo>
                  <a:close/>
                  <a:moveTo>
                    <a:pt x="279" y="0"/>
                  </a:moveTo>
                  <a:cubicBezTo>
                    <a:pt x="270" y="0"/>
                    <a:pt x="270" y="0"/>
                    <a:pt x="270" y="0"/>
                  </a:cubicBezTo>
                  <a:cubicBezTo>
                    <a:pt x="269" y="0"/>
                    <a:pt x="268" y="0"/>
                    <a:pt x="268" y="1"/>
                  </a:cubicBezTo>
                  <a:cubicBezTo>
                    <a:pt x="268" y="3"/>
                    <a:pt x="269" y="3"/>
                    <a:pt x="270" y="3"/>
                  </a:cubicBezTo>
                  <a:cubicBezTo>
                    <a:pt x="279" y="3"/>
                    <a:pt x="279" y="3"/>
                    <a:pt x="279" y="3"/>
                  </a:cubicBezTo>
                  <a:cubicBezTo>
                    <a:pt x="280" y="3"/>
                    <a:pt x="281" y="3"/>
                    <a:pt x="281" y="1"/>
                  </a:cubicBezTo>
                  <a:cubicBezTo>
                    <a:pt x="281" y="0"/>
                    <a:pt x="280" y="0"/>
                    <a:pt x="279" y="0"/>
                  </a:cubicBezTo>
                  <a:close/>
                  <a:moveTo>
                    <a:pt x="304" y="0"/>
                  </a:moveTo>
                  <a:cubicBezTo>
                    <a:pt x="294" y="0"/>
                    <a:pt x="294" y="0"/>
                    <a:pt x="294" y="0"/>
                  </a:cubicBezTo>
                  <a:cubicBezTo>
                    <a:pt x="293" y="0"/>
                    <a:pt x="292" y="0"/>
                    <a:pt x="292" y="1"/>
                  </a:cubicBezTo>
                  <a:cubicBezTo>
                    <a:pt x="292" y="3"/>
                    <a:pt x="293" y="3"/>
                    <a:pt x="294" y="3"/>
                  </a:cubicBezTo>
                  <a:cubicBezTo>
                    <a:pt x="304" y="3"/>
                    <a:pt x="304" y="3"/>
                    <a:pt x="304" y="3"/>
                  </a:cubicBezTo>
                  <a:cubicBezTo>
                    <a:pt x="305" y="3"/>
                    <a:pt x="306" y="3"/>
                    <a:pt x="306" y="1"/>
                  </a:cubicBezTo>
                  <a:cubicBezTo>
                    <a:pt x="306" y="0"/>
                    <a:pt x="305" y="0"/>
                    <a:pt x="304" y="0"/>
                  </a:cubicBezTo>
                  <a:close/>
                  <a:moveTo>
                    <a:pt x="328" y="0"/>
                  </a:moveTo>
                  <a:cubicBezTo>
                    <a:pt x="318" y="0"/>
                    <a:pt x="318" y="0"/>
                    <a:pt x="318" y="0"/>
                  </a:cubicBezTo>
                  <a:cubicBezTo>
                    <a:pt x="317" y="0"/>
                    <a:pt x="316" y="0"/>
                    <a:pt x="316" y="1"/>
                  </a:cubicBezTo>
                  <a:cubicBezTo>
                    <a:pt x="316" y="3"/>
                    <a:pt x="317" y="3"/>
                    <a:pt x="318" y="3"/>
                  </a:cubicBezTo>
                  <a:cubicBezTo>
                    <a:pt x="328" y="3"/>
                    <a:pt x="328" y="3"/>
                    <a:pt x="328" y="3"/>
                  </a:cubicBezTo>
                  <a:cubicBezTo>
                    <a:pt x="329" y="3"/>
                    <a:pt x="330" y="3"/>
                    <a:pt x="330" y="1"/>
                  </a:cubicBezTo>
                  <a:cubicBezTo>
                    <a:pt x="330" y="0"/>
                    <a:pt x="329" y="0"/>
                    <a:pt x="328" y="0"/>
                  </a:cubicBezTo>
                  <a:close/>
                  <a:moveTo>
                    <a:pt x="352" y="0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42" y="0"/>
                    <a:pt x="341" y="0"/>
                    <a:pt x="341" y="1"/>
                  </a:cubicBezTo>
                  <a:cubicBezTo>
                    <a:pt x="341" y="3"/>
                    <a:pt x="342" y="3"/>
                    <a:pt x="343" y="3"/>
                  </a:cubicBezTo>
                  <a:cubicBezTo>
                    <a:pt x="352" y="3"/>
                    <a:pt x="352" y="3"/>
                    <a:pt x="352" y="3"/>
                  </a:cubicBezTo>
                  <a:cubicBezTo>
                    <a:pt x="353" y="3"/>
                    <a:pt x="354" y="3"/>
                    <a:pt x="354" y="1"/>
                  </a:cubicBezTo>
                  <a:cubicBezTo>
                    <a:pt x="354" y="0"/>
                    <a:pt x="353" y="0"/>
                    <a:pt x="352" y="0"/>
                  </a:cubicBezTo>
                  <a:close/>
                  <a:moveTo>
                    <a:pt x="377" y="0"/>
                  </a:moveTo>
                  <a:cubicBezTo>
                    <a:pt x="367" y="0"/>
                    <a:pt x="367" y="0"/>
                    <a:pt x="367" y="0"/>
                  </a:cubicBezTo>
                  <a:cubicBezTo>
                    <a:pt x="366" y="0"/>
                    <a:pt x="365" y="0"/>
                    <a:pt x="365" y="1"/>
                  </a:cubicBezTo>
                  <a:cubicBezTo>
                    <a:pt x="365" y="3"/>
                    <a:pt x="366" y="3"/>
                    <a:pt x="367" y="3"/>
                  </a:cubicBezTo>
                  <a:cubicBezTo>
                    <a:pt x="377" y="3"/>
                    <a:pt x="377" y="3"/>
                    <a:pt x="377" y="3"/>
                  </a:cubicBezTo>
                  <a:cubicBezTo>
                    <a:pt x="378" y="3"/>
                    <a:pt x="379" y="3"/>
                    <a:pt x="379" y="1"/>
                  </a:cubicBezTo>
                  <a:cubicBezTo>
                    <a:pt x="379" y="0"/>
                    <a:pt x="378" y="0"/>
                    <a:pt x="377" y="0"/>
                  </a:cubicBezTo>
                  <a:close/>
                  <a:moveTo>
                    <a:pt x="401" y="0"/>
                  </a:moveTo>
                  <a:cubicBezTo>
                    <a:pt x="391" y="0"/>
                    <a:pt x="391" y="0"/>
                    <a:pt x="391" y="0"/>
                  </a:cubicBezTo>
                  <a:cubicBezTo>
                    <a:pt x="390" y="0"/>
                    <a:pt x="389" y="0"/>
                    <a:pt x="389" y="1"/>
                  </a:cubicBezTo>
                  <a:cubicBezTo>
                    <a:pt x="389" y="3"/>
                    <a:pt x="390" y="3"/>
                    <a:pt x="391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2" y="3"/>
                    <a:pt x="403" y="3"/>
                    <a:pt x="403" y="1"/>
                  </a:cubicBezTo>
                  <a:cubicBezTo>
                    <a:pt x="403" y="0"/>
                    <a:pt x="402" y="0"/>
                    <a:pt x="401" y="0"/>
                  </a:cubicBezTo>
                  <a:close/>
                  <a:moveTo>
                    <a:pt x="425" y="0"/>
                  </a:moveTo>
                  <a:cubicBezTo>
                    <a:pt x="416" y="0"/>
                    <a:pt x="416" y="0"/>
                    <a:pt x="416" y="0"/>
                  </a:cubicBezTo>
                  <a:cubicBezTo>
                    <a:pt x="415" y="0"/>
                    <a:pt x="414" y="0"/>
                    <a:pt x="414" y="1"/>
                  </a:cubicBezTo>
                  <a:cubicBezTo>
                    <a:pt x="414" y="3"/>
                    <a:pt x="415" y="3"/>
                    <a:pt x="416" y="3"/>
                  </a:cubicBezTo>
                  <a:cubicBezTo>
                    <a:pt x="425" y="3"/>
                    <a:pt x="425" y="3"/>
                    <a:pt x="425" y="3"/>
                  </a:cubicBezTo>
                  <a:cubicBezTo>
                    <a:pt x="426" y="3"/>
                    <a:pt x="427" y="3"/>
                    <a:pt x="427" y="1"/>
                  </a:cubicBezTo>
                  <a:cubicBezTo>
                    <a:pt x="427" y="0"/>
                    <a:pt x="426" y="0"/>
                    <a:pt x="425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8" name="Google Shape;1181;p33"/>
            <p:cNvSpPr/>
            <p:nvPr/>
          </p:nvSpPr>
          <p:spPr>
            <a:xfrm>
              <a:off x="2906280" y="2647080"/>
              <a:ext cx="20520" cy="1908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8" h="8">
                  <a:moveTo>
                    <a:pt x="6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1" y="8"/>
                    <a:pt x="1" y="8"/>
                    <a:pt x="2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8" y="8"/>
                    <a:pt x="8" y="6"/>
                  </a:cubicBezTo>
                  <a:cubicBezTo>
                    <a:pt x="8" y="5"/>
                    <a:pt x="7" y="5"/>
                    <a:pt x="6" y="5"/>
                  </a:cubicBezTo>
                  <a:close/>
                </a:path>
              </a:pathLst>
            </a:custGeom>
            <a:solidFill>
              <a:srgbClr val="B5B5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9" name="Google Shape;1182;p33"/>
            <p:cNvSpPr/>
            <p:nvPr/>
          </p:nvSpPr>
          <p:spPr>
            <a:xfrm>
              <a:off x="2906280" y="1644840"/>
              <a:ext cx="10080" cy="97560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975600"/>
                <a:gd name="textAreaBottom" fmla="*/ 975960 h 975600"/>
              </a:gdLst>
              <a:ahLst/>
              <a:cxnLst/>
              <a:rect l="textAreaLeft" t="textAreaTop" r="textAreaRight" b="textAreaBottom"/>
              <a:pathLst>
                <a:path w="4" h="387">
                  <a:moveTo>
                    <a:pt x="4" y="11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1" y="13"/>
                    <a:pt x="2" y="13"/>
                  </a:cubicBezTo>
                  <a:cubicBezTo>
                    <a:pt x="3" y="13"/>
                    <a:pt x="4" y="13"/>
                    <a:pt x="4" y="11"/>
                  </a:cubicBezTo>
                  <a:close/>
                  <a:moveTo>
                    <a:pt x="4" y="35"/>
                  </a:moveTo>
                  <a:cubicBezTo>
                    <a:pt x="4" y="25"/>
                    <a:pt x="4" y="25"/>
                    <a:pt x="4" y="25"/>
                  </a:cubicBezTo>
                  <a:cubicBezTo>
                    <a:pt x="4" y="24"/>
                    <a:pt x="3" y="24"/>
                    <a:pt x="2" y="24"/>
                  </a:cubicBezTo>
                  <a:cubicBezTo>
                    <a:pt x="1" y="24"/>
                    <a:pt x="0" y="24"/>
                    <a:pt x="0" y="2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6"/>
                    <a:pt x="1" y="37"/>
                    <a:pt x="2" y="37"/>
                  </a:cubicBezTo>
                  <a:cubicBezTo>
                    <a:pt x="3" y="37"/>
                    <a:pt x="4" y="36"/>
                    <a:pt x="4" y="35"/>
                  </a:cubicBezTo>
                  <a:close/>
                  <a:moveTo>
                    <a:pt x="4" y="58"/>
                  </a:moveTo>
                  <a:cubicBezTo>
                    <a:pt x="4" y="49"/>
                    <a:pt x="4" y="49"/>
                    <a:pt x="4" y="49"/>
                  </a:cubicBezTo>
                  <a:cubicBezTo>
                    <a:pt x="4" y="48"/>
                    <a:pt x="3" y="47"/>
                    <a:pt x="2" y="47"/>
                  </a:cubicBezTo>
                  <a:cubicBezTo>
                    <a:pt x="1" y="47"/>
                    <a:pt x="0" y="48"/>
                    <a:pt x="0" y="49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9"/>
                    <a:pt x="1" y="60"/>
                    <a:pt x="2" y="60"/>
                  </a:cubicBezTo>
                  <a:cubicBezTo>
                    <a:pt x="3" y="60"/>
                    <a:pt x="4" y="59"/>
                    <a:pt x="4" y="58"/>
                  </a:cubicBezTo>
                  <a:close/>
                  <a:moveTo>
                    <a:pt x="4" y="81"/>
                  </a:moveTo>
                  <a:cubicBezTo>
                    <a:pt x="4" y="72"/>
                    <a:pt x="4" y="72"/>
                    <a:pt x="4" y="72"/>
                  </a:cubicBezTo>
                  <a:cubicBezTo>
                    <a:pt x="4" y="71"/>
                    <a:pt x="3" y="70"/>
                    <a:pt x="2" y="70"/>
                  </a:cubicBezTo>
                  <a:cubicBezTo>
                    <a:pt x="1" y="70"/>
                    <a:pt x="0" y="71"/>
                    <a:pt x="0" y="72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3"/>
                    <a:pt x="1" y="83"/>
                    <a:pt x="2" y="83"/>
                  </a:cubicBezTo>
                  <a:cubicBezTo>
                    <a:pt x="3" y="83"/>
                    <a:pt x="4" y="83"/>
                    <a:pt x="4" y="81"/>
                  </a:cubicBezTo>
                  <a:close/>
                  <a:moveTo>
                    <a:pt x="4" y="105"/>
                  </a:moveTo>
                  <a:cubicBezTo>
                    <a:pt x="4" y="95"/>
                    <a:pt x="4" y="95"/>
                    <a:pt x="4" y="95"/>
                  </a:cubicBezTo>
                  <a:cubicBezTo>
                    <a:pt x="4" y="94"/>
                    <a:pt x="3" y="94"/>
                    <a:pt x="2" y="94"/>
                  </a:cubicBezTo>
                  <a:cubicBezTo>
                    <a:pt x="1" y="94"/>
                    <a:pt x="0" y="94"/>
                    <a:pt x="0" y="9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5"/>
                  </a:cubicBezTo>
                  <a:close/>
                  <a:moveTo>
                    <a:pt x="4" y="128"/>
                  </a:moveTo>
                  <a:cubicBezTo>
                    <a:pt x="4" y="119"/>
                    <a:pt x="4" y="119"/>
                    <a:pt x="4" y="119"/>
                  </a:cubicBezTo>
                  <a:cubicBezTo>
                    <a:pt x="4" y="118"/>
                    <a:pt x="3" y="117"/>
                    <a:pt x="2" y="117"/>
                  </a:cubicBezTo>
                  <a:cubicBezTo>
                    <a:pt x="1" y="117"/>
                    <a:pt x="0" y="118"/>
                    <a:pt x="0" y="119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29"/>
                    <a:pt x="1" y="130"/>
                    <a:pt x="2" y="130"/>
                  </a:cubicBezTo>
                  <a:cubicBezTo>
                    <a:pt x="3" y="130"/>
                    <a:pt x="4" y="129"/>
                    <a:pt x="4" y="128"/>
                  </a:cubicBezTo>
                  <a:close/>
                  <a:moveTo>
                    <a:pt x="4" y="151"/>
                  </a:moveTo>
                  <a:cubicBezTo>
                    <a:pt x="4" y="142"/>
                    <a:pt x="4" y="142"/>
                    <a:pt x="4" y="142"/>
                  </a:cubicBezTo>
                  <a:cubicBezTo>
                    <a:pt x="4" y="141"/>
                    <a:pt x="3" y="140"/>
                    <a:pt x="2" y="140"/>
                  </a:cubicBezTo>
                  <a:cubicBezTo>
                    <a:pt x="1" y="140"/>
                    <a:pt x="0" y="141"/>
                    <a:pt x="0" y="142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3"/>
                    <a:pt x="1" y="153"/>
                    <a:pt x="2" y="153"/>
                  </a:cubicBezTo>
                  <a:cubicBezTo>
                    <a:pt x="3" y="153"/>
                    <a:pt x="4" y="153"/>
                    <a:pt x="4" y="151"/>
                  </a:cubicBezTo>
                  <a:close/>
                  <a:moveTo>
                    <a:pt x="4" y="175"/>
                  </a:moveTo>
                  <a:cubicBezTo>
                    <a:pt x="4" y="165"/>
                    <a:pt x="4" y="165"/>
                    <a:pt x="4" y="165"/>
                  </a:cubicBezTo>
                  <a:cubicBezTo>
                    <a:pt x="4" y="164"/>
                    <a:pt x="3" y="164"/>
                    <a:pt x="2" y="164"/>
                  </a:cubicBezTo>
                  <a:cubicBezTo>
                    <a:pt x="1" y="164"/>
                    <a:pt x="0" y="164"/>
                    <a:pt x="0" y="16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76"/>
                    <a:pt x="1" y="177"/>
                    <a:pt x="2" y="177"/>
                  </a:cubicBezTo>
                  <a:cubicBezTo>
                    <a:pt x="3" y="177"/>
                    <a:pt x="4" y="176"/>
                    <a:pt x="4" y="175"/>
                  </a:cubicBezTo>
                  <a:close/>
                  <a:moveTo>
                    <a:pt x="4" y="198"/>
                  </a:moveTo>
                  <a:cubicBezTo>
                    <a:pt x="4" y="189"/>
                    <a:pt x="4" y="189"/>
                    <a:pt x="4" y="189"/>
                  </a:cubicBezTo>
                  <a:cubicBezTo>
                    <a:pt x="4" y="188"/>
                    <a:pt x="3" y="187"/>
                    <a:pt x="2" y="187"/>
                  </a:cubicBezTo>
                  <a:cubicBezTo>
                    <a:pt x="1" y="187"/>
                    <a:pt x="0" y="188"/>
                    <a:pt x="0" y="189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9"/>
                    <a:pt x="1" y="200"/>
                    <a:pt x="2" y="200"/>
                  </a:cubicBezTo>
                  <a:cubicBezTo>
                    <a:pt x="3" y="200"/>
                    <a:pt x="4" y="199"/>
                    <a:pt x="4" y="198"/>
                  </a:cubicBezTo>
                  <a:close/>
                  <a:moveTo>
                    <a:pt x="4" y="221"/>
                  </a:moveTo>
                  <a:cubicBezTo>
                    <a:pt x="4" y="212"/>
                    <a:pt x="4" y="212"/>
                    <a:pt x="4" y="212"/>
                  </a:cubicBezTo>
                  <a:cubicBezTo>
                    <a:pt x="4" y="211"/>
                    <a:pt x="3" y="210"/>
                    <a:pt x="2" y="210"/>
                  </a:cubicBezTo>
                  <a:cubicBezTo>
                    <a:pt x="1" y="210"/>
                    <a:pt x="0" y="211"/>
                    <a:pt x="0" y="212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2"/>
                    <a:pt x="1" y="223"/>
                    <a:pt x="2" y="223"/>
                  </a:cubicBezTo>
                  <a:cubicBezTo>
                    <a:pt x="3" y="223"/>
                    <a:pt x="4" y="222"/>
                    <a:pt x="4" y="221"/>
                  </a:cubicBezTo>
                  <a:close/>
                  <a:moveTo>
                    <a:pt x="4" y="245"/>
                  </a:moveTo>
                  <a:cubicBezTo>
                    <a:pt x="4" y="235"/>
                    <a:pt x="4" y="235"/>
                    <a:pt x="4" y="235"/>
                  </a:cubicBezTo>
                  <a:cubicBezTo>
                    <a:pt x="4" y="234"/>
                    <a:pt x="3" y="234"/>
                    <a:pt x="2" y="234"/>
                  </a:cubicBezTo>
                  <a:cubicBezTo>
                    <a:pt x="1" y="234"/>
                    <a:pt x="0" y="234"/>
                    <a:pt x="0" y="23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6"/>
                    <a:pt x="1" y="247"/>
                    <a:pt x="2" y="247"/>
                  </a:cubicBezTo>
                  <a:cubicBezTo>
                    <a:pt x="3" y="247"/>
                    <a:pt x="4" y="246"/>
                    <a:pt x="4" y="245"/>
                  </a:cubicBezTo>
                  <a:close/>
                  <a:moveTo>
                    <a:pt x="4" y="268"/>
                  </a:moveTo>
                  <a:cubicBezTo>
                    <a:pt x="4" y="259"/>
                    <a:pt x="4" y="259"/>
                    <a:pt x="4" y="259"/>
                  </a:cubicBezTo>
                  <a:cubicBezTo>
                    <a:pt x="4" y="258"/>
                    <a:pt x="3" y="257"/>
                    <a:pt x="2" y="257"/>
                  </a:cubicBezTo>
                  <a:cubicBezTo>
                    <a:pt x="1" y="257"/>
                    <a:pt x="0" y="258"/>
                    <a:pt x="0" y="259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69"/>
                    <a:pt x="1" y="270"/>
                    <a:pt x="2" y="270"/>
                  </a:cubicBezTo>
                  <a:cubicBezTo>
                    <a:pt x="3" y="270"/>
                    <a:pt x="4" y="269"/>
                    <a:pt x="4" y="268"/>
                  </a:cubicBezTo>
                  <a:close/>
                  <a:moveTo>
                    <a:pt x="4" y="291"/>
                  </a:moveTo>
                  <a:cubicBezTo>
                    <a:pt x="4" y="282"/>
                    <a:pt x="4" y="282"/>
                    <a:pt x="4" y="282"/>
                  </a:cubicBezTo>
                  <a:cubicBezTo>
                    <a:pt x="4" y="281"/>
                    <a:pt x="3" y="280"/>
                    <a:pt x="2" y="280"/>
                  </a:cubicBezTo>
                  <a:cubicBezTo>
                    <a:pt x="1" y="280"/>
                    <a:pt x="0" y="281"/>
                    <a:pt x="0" y="282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0" y="292"/>
                    <a:pt x="1" y="293"/>
                    <a:pt x="2" y="293"/>
                  </a:cubicBezTo>
                  <a:cubicBezTo>
                    <a:pt x="3" y="293"/>
                    <a:pt x="4" y="292"/>
                    <a:pt x="4" y="291"/>
                  </a:cubicBezTo>
                  <a:close/>
                  <a:moveTo>
                    <a:pt x="4" y="315"/>
                  </a:moveTo>
                  <a:cubicBezTo>
                    <a:pt x="4" y="305"/>
                    <a:pt x="4" y="305"/>
                    <a:pt x="4" y="305"/>
                  </a:cubicBezTo>
                  <a:cubicBezTo>
                    <a:pt x="4" y="304"/>
                    <a:pt x="3" y="304"/>
                    <a:pt x="2" y="304"/>
                  </a:cubicBezTo>
                  <a:cubicBezTo>
                    <a:pt x="1" y="304"/>
                    <a:pt x="0" y="304"/>
                    <a:pt x="0" y="305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0" y="316"/>
                    <a:pt x="1" y="317"/>
                    <a:pt x="2" y="317"/>
                  </a:cubicBezTo>
                  <a:cubicBezTo>
                    <a:pt x="3" y="317"/>
                    <a:pt x="4" y="316"/>
                    <a:pt x="4" y="315"/>
                  </a:cubicBezTo>
                  <a:close/>
                  <a:moveTo>
                    <a:pt x="4" y="338"/>
                  </a:moveTo>
                  <a:cubicBezTo>
                    <a:pt x="4" y="329"/>
                    <a:pt x="4" y="329"/>
                    <a:pt x="4" y="329"/>
                  </a:cubicBezTo>
                  <a:cubicBezTo>
                    <a:pt x="4" y="328"/>
                    <a:pt x="3" y="327"/>
                    <a:pt x="2" y="327"/>
                  </a:cubicBezTo>
                  <a:cubicBezTo>
                    <a:pt x="1" y="327"/>
                    <a:pt x="0" y="328"/>
                    <a:pt x="0" y="329"/>
                  </a:cubicBezTo>
                  <a:cubicBezTo>
                    <a:pt x="0" y="338"/>
                    <a:pt x="0" y="338"/>
                    <a:pt x="0" y="338"/>
                  </a:cubicBezTo>
                  <a:cubicBezTo>
                    <a:pt x="0" y="339"/>
                    <a:pt x="1" y="340"/>
                    <a:pt x="2" y="340"/>
                  </a:cubicBezTo>
                  <a:cubicBezTo>
                    <a:pt x="3" y="340"/>
                    <a:pt x="4" y="339"/>
                    <a:pt x="4" y="338"/>
                  </a:cubicBezTo>
                  <a:close/>
                  <a:moveTo>
                    <a:pt x="4" y="361"/>
                  </a:moveTo>
                  <a:cubicBezTo>
                    <a:pt x="4" y="352"/>
                    <a:pt x="4" y="352"/>
                    <a:pt x="4" y="352"/>
                  </a:cubicBezTo>
                  <a:cubicBezTo>
                    <a:pt x="4" y="351"/>
                    <a:pt x="3" y="350"/>
                    <a:pt x="2" y="350"/>
                  </a:cubicBezTo>
                  <a:cubicBezTo>
                    <a:pt x="1" y="350"/>
                    <a:pt x="0" y="351"/>
                    <a:pt x="0" y="352"/>
                  </a:cubicBezTo>
                  <a:cubicBezTo>
                    <a:pt x="0" y="361"/>
                    <a:pt x="0" y="361"/>
                    <a:pt x="0" y="361"/>
                  </a:cubicBezTo>
                  <a:cubicBezTo>
                    <a:pt x="0" y="362"/>
                    <a:pt x="1" y="363"/>
                    <a:pt x="2" y="363"/>
                  </a:cubicBezTo>
                  <a:cubicBezTo>
                    <a:pt x="3" y="363"/>
                    <a:pt x="4" y="362"/>
                    <a:pt x="4" y="361"/>
                  </a:cubicBezTo>
                  <a:close/>
                  <a:moveTo>
                    <a:pt x="4" y="385"/>
                  </a:moveTo>
                  <a:cubicBezTo>
                    <a:pt x="4" y="375"/>
                    <a:pt x="4" y="375"/>
                    <a:pt x="4" y="375"/>
                  </a:cubicBezTo>
                  <a:cubicBezTo>
                    <a:pt x="4" y="374"/>
                    <a:pt x="3" y="374"/>
                    <a:pt x="2" y="374"/>
                  </a:cubicBezTo>
                  <a:cubicBezTo>
                    <a:pt x="1" y="374"/>
                    <a:pt x="0" y="374"/>
                    <a:pt x="0" y="375"/>
                  </a:cubicBezTo>
                  <a:cubicBezTo>
                    <a:pt x="0" y="385"/>
                    <a:pt x="0" y="385"/>
                    <a:pt x="0" y="385"/>
                  </a:cubicBezTo>
                  <a:cubicBezTo>
                    <a:pt x="0" y="386"/>
                    <a:pt x="1" y="387"/>
                    <a:pt x="2" y="387"/>
                  </a:cubicBezTo>
                  <a:cubicBezTo>
                    <a:pt x="3" y="387"/>
                    <a:pt x="4" y="386"/>
                    <a:pt x="4" y="385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0" name="Google Shape;1183;p33"/>
            <p:cNvSpPr/>
            <p:nvPr/>
          </p:nvSpPr>
          <p:spPr>
            <a:xfrm>
              <a:off x="2906280" y="1599480"/>
              <a:ext cx="20520" cy="205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8" h="8">
                  <a:moveTo>
                    <a:pt x="4" y="6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1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3" y="8"/>
                    <a:pt x="4" y="7"/>
                    <a:pt x="4" y="6"/>
                  </a:cubicBezTo>
                  <a:close/>
                </a:path>
              </a:pathLst>
            </a:custGeom>
            <a:solidFill>
              <a:srgbClr val="B5B5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1" name="Google Shape;1184;p33"/>
            <p:cNvSpPr/>
            <p:nvPr/>
          </p:nvSpPr>
          <p:spPr>
            <a:xfrm>
              <a:off x="2954520" y="1599480"/>
              <a:ext cx="1074240" cy="7560"/>
            </a:xfrm>
            <a:custGeom>
              <a:avLst/>
              <a:gdLst>
                <a:gd name="textAreaLeft" fmla="*/ 0 w 1074240"/>
                <a:gd name="textAreaRight" fmla="*/ 1074600 w 10742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427" h="3">
                  <a:moveTo>
                    <a:pt x="416" y="3"/>
                  </a:moveTo>
                  <a:cubicBezTo>
                    <a:pt x="425" y="3"/>
                    <a:pt x="425" y="3"/>
                    <a:pt x="425" y="3"/>
                  </a:cubicBezTo>
                  <a:cubicBezTo>
                    <a:pt x="426" y="3"/>
                    <a:pt x="427" y="2"/>
                    <a:pt x="427" y="1"/>
                  </a:cubicBezTo>
                  <a:cubicBezTo>
                    <a:pt x="427" y="0"/>
                    <a:pt x="426" y="0"/>
                    <a:pt x="425" y="0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415" y="0"/>
                    <a:pt x="414" y="0"/>
                    <a:pt x="414" y="1"/>
                  </a:cubicBezTo>
                  <a:cubicBezTo>
                    <a:pt x="414" y="2"/>
                    <a:pt x="415" y="3"/>
                    <a:pt x="416" y="3"/>
                  </a:cubicBezTo>
                  <a:close/>
                  <a:moveTo>
                    <a:pt x="391" y="3"/>
                  </a:moveTo>
                  <a:cubicBezTo>
                    <a:pt x="401" y="3"/>
                    <a:pt x="401" y="3"/>
                    <a:pt x="401" y="3"/>
                  </a:cubicBezTo>
                  <a:cubicBezTo>
                    <a:pt x="402" y="3"/>
                    <a:pt x="403" y="2"/>
                    <a:pt x="403" y="1"/>
                  </a:cubicBezTo>
                  <a:cubicBezTo>
                    <a:pt x="403" y="0"/>
                    <a:pt x="402" y="0"/>
                    <a:pt x="401" y="0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390" y="0"/>
                    <a:pt x="389" y="0"/>
                    <a:pt x="389" y="1"/>
                  </a:cubicBezTo>
                  <a:cubicBezTo>
                    <a:pt x="389" y="2"/>
                    <a:pt x="390" y="3"/>
                    <a:pt x="391" y="3"/>
                  </a:cubicBezTo>
                  <a:close/>
                  <a:moveTo>
                    <a:pt x="367" y="3"/>
                  </a:moveTo>
                  <a:cubicBezTo>
                    <a:pt x="377" y="3"/>
                    <a:pt x="377" y="3"/>
                    <a:pt x="377" y="3"/>
                  </a:cubicBezTo>
                  <a:cubicBezTo>
                    <a:pt x="378" y="3"/>
                    <a:pt x="379" y="2"/>
                    <a:pt x="379" y="1"/>
                  </a:cubicBezTo>
                  <a:cubicBezTo>
                    <a:pt x="379" y="0"/>
                    <a:pt x="378" y="0"/>
                    <a:pt x="377" y="0"/>
                  </a:cubicBezTo>
                  <a:cubicBezTo>
                    <a:pt x="367" y="0"/>
                    <a:pt x="367" y="0"/>
                    <a:pt x="367" y="0"/>
                  </a:cubicBezTo>
                  <a:cubicBezTo>
                    <a:pt x="366" y="0"/>
                    <a:pt x="365" y="0"/>
                    <a:pt x="365" y="1"/>
                  </a:cubicBezTo>
                  <a:cubicBezTo>
                    <a:pt x="365" y="2"/>
                    <a:pt x="366" y="3"/>
                    <a:pt x="367" y="3"/>
                  </a:cubicBezTo>
                  <a:close/>
                  <a:moveTo>
                    <a:pt x="343" y="3"/>
                  </a:moveTo>
                  <a:cubicBezTo>
                    <a:pt x="352" y="3"/>
                    <a:pt x="352" y="3"/>
                    <a:pt x="352" y="3"/>
                  </a:cubicBezTo>
                  <a:cubicBezTo>
                    <a:pt x="353" y="3"/>
                    <a:pt x="354" y="2"/>
                    <a:pt x="354" y="1"/>
                  </a:cubicBezTo>
                  <a:cubicBezTo>
                    <a:pt x="354" y="0"/>
                    <a:pt x="353" y="0"/>
                    <a:pt x="352" y="0"/>
                  </a:cubicBezTo>
                  <a:cubicBezTo>
                    <a:pt x="343" y="0"/>
                    <a:pt x="343" y="0"/>
                    <a:pt x="343" y="0"/>
                  </a:cubicBezTo>
                  <a:cubicBezTo>
                    <a:pt x="342" y="0"/>
                    <a:pt x="341" y="0"/>
                    <a:pt x="341" y="1"/>
                  </a:cubicBezTo>
                  <a:cubicBezTo>
                    <a:pt x="341" y="2"/>
                    <a:pt x="342" y="3"/>
                    <a:pt x="343" y="3"/>
                  </a:cubicBezTo>
                  <a:close/>
                  <a:moveTo>
                    <a:pt x="318" y="3"/>
                  </a:moveTo>
                  <a:cubicBezTo>
                    <a:pt x="328" y="3"/>
                    <a:pt x="328" y="3"/>
                    <a:pt x="328" y="3"/>
                  </a:cubicBezTo>
                  <a:cubicBezTo>
                    <a:pt x="329" y="3"/>
                    <a:pt x="330" y="2"/>
                    <a:pt x="330" y="1"/>
                  </a:cubicBezTo>
                  <a:cubicBezTo>
                    <a:pt x="330" y="0"/>
                    <a:pt x="329" y="0"/>
                    <a:pt x="328" y="0"/>
                  </a:cubicBezTo>
                  <a:cubicBezTo>
                    <a:pt x="318" y="0"/>
                    <a:pt x="318" y="0"/>
                    <a:pt x="318" y="0"/>
                  </a:cubicBezTo>
                  <a:cubicBezTo>
                    <a:pt x="317" y="0"/>
                    <a:pt x="316" y="0"/>
                    <a:pt x="316" y="1"/>
                  </a:cubicBezTo>
                  <a:cubicBezTo>
                    <a:pt x="316" y="2"/>
                    <a:pt x="317" y="3"/>
                    <a:pt x="318" y="3"/>
                  </a:cubicBezTo>
                  <a:close/>
                  <a:moveTo>
                    <a:pt x="294" y="3"/>
                  </a:moveTo>
                  <a:cubicBezTo>
                    <a:pt x="304" y="3"/>
                    <a:pt x="304" y="3"/>
                    <a:pt x="304" y="3"/>
                  </a:cubicBezTo>
                  <a:cubicBezTo>
                    <a:pt x="305" y="3"/>
                    <a:pt x="306" y="2"/>
                    <a:pt x="306" y="1"/>
                  </a:cubicBezTo>
                  <a:cubicBezTo>
                    <a:pt x="306" y="0"/>
                    <a:pt x="305" y="0"/>
                    <a:pt x="304" y="0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93" y="0"/>
                    <a:pt x="292" y="0"/>
                    <a:pt x="292" y="1"/>
                  </a:cubicBezTo>
                  <a:cubicBezTo>
                    <a:pt x="292" y="2"/>
                    <a:pt x="293" y="3"/>
                    <a:pt x="294" y="3"/>
                  </a:cubicBezTo>
                  <a:close/>
                  <a:moveTo>
                    <a:pt x="270" y="3"/>
                  </a:moveTo>
                  <a:cubicBezTo>
                    <a:pt x="279" y="3"/>
                    <a:pt x="279" y="3"/>
                    <a:pt x="279" y="3"/>
                  </a:cubicBezTo>
                  <a:cubicBezTo>
                    <a:pt x="280" y="3"/>
                    <a:pt x="281" y="2"/>
                    <a:pt x="281" y="1"/>
                  </a:cubicBezTo>
                  <a:cubicBezTo>
                    <a:pt x="281" y="0"/>
                    <a:pt x="280" y="0"/>
                    <a:pt x="279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69" y="0"/>
                    <a:pt x="268" y="0"/>
                    <a:pt x="268" y="1"/>
                  </a:cubicBezTo>
                  <a:cubicBezTo>
                    <a:pt x="268" y="2"/>
                    <a:pt x="269" y="3"/>
                    <a:pt x="270" y="3"/>
                  </a:cubicBezTo>
                  <a:close/>
                  <a:moveTo>
                    <a:pt x="245" y="3"/>
                  </a:moveTo>
                  <a:cubicBezTo>
                    <a:pt x="255" y="3"/>
                    <a:pt x="255" y="3"/>
                    <a:pt x="255" y="3"/>
                  </a:cubicBezTo>
                  <a:cubicBezTo>
                    <a:pt x="256" y="3"/>
                    <a:pt x="257" y="2"/>
                    <a:pt x="257" y="1"/>
                  </a:cubicBezTo>
                  <a:cubicBezTo>
                    <a:pt x="257" y="0"/>
                    <a:pt x="256" y="0"/>
                    <a:pt x="255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44" y="0"/>
                    <a:pt x="243" y="0"/>
                    <a:pt x="243" y="1"/>
                  </a:cubicBezTo>
                  <a:cubicBezTo>
                    <a:pt x="243" y="2"/>
                    <a:pt x="244" y="3"/>
                    <a:pt x="245" y="3"/>
                  </a:cubicBezTo>
                  <a:close/>
                  <a:moveTo>
                    <a:pt x="221" y="3"/>
                  </a:moveTo>
                  <a:cubicBezTo>
                    <a:pt x="231" y="3"/>
                    <a:pt x="231" y="3"/>
                    <a:pt x="231" y="3"/>
                  </a:cubicBezTo>
                  <a:cubicBezTo>
                    <a:pt x="232" y="3"/>
                    <a:pt x="233" y="2"/>
                    <a:pt x="233" y="1"/>
                  </a:cubicBezTo>
                  <a:cubicBezTo>
                    <a:pt x="233" y="0"/>
                    <a:pt x="232" y="0"/>
                    <a:pt x="231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0" y="0"/>
                    <a:pt x="219" y="0"/>
                    <a:pt x="219" y="1"/>
                  </a:cubicBezTo>
                  <a:cubicBezTo>
                    <a:pt x="219" y="2"/>
                    <a:pt x="220" y="3"/>
                    <a:pt x="221" y="3"/>
                  </a:cubicBezTo>
                  <a:close/>
                  <a:moveTo>
                    <a:pt x="197" y="3"/>
                  </a:moveTo>
                  <a:cubicBezTo>
                    <a:pt x="206" y="3"/>
                    <a:pt x="206" y="3"/>
                    <a:pt x="206" y="3"/>
                  </a:cubicBezTo>
                  <a:cubicBezTo>
                    <a:pt x="207" y="3"/>
                    <a:pt x="208" y="2"/>
                    <a:pt x="208" y="1"/>
                  </a:cubicBezTo>
                  <a:cubicBezTo>
                    <a:pt x="208" y="0"/>
                    <a:pt x="207" y="0"/>
                    <a:pt x="206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196" y="0"/>
                    <a:pt x="195" y="0"/>
                    <a:pt x="195" y="1"/>
                  </a:cubicBezTo>
                  <a:cubicBezTo>
                    <a:pt x="195" y="2"/>
                    <a:pt x="196" y="3"/>
                    <a:pt x="197" y="3"/>
                  </a:cubicBezTo>
                  <a:close/>
                  <a:moveTo>
                    <a:pt x="172" y="3"/>
                  </a:moveTo>
                  <a:cubicBezTo>
                    <a:pt x="182" y="3"/>
                    <a:pt x="182" y="3"/>
                    <a:pt x="182" y="3"/>
                  </a:cubicBezTo>
                  <a:cubicBezTo>
                    <a:pt x="183" y="3"/>
                    <a:pt x="184" y="2"/>
                    <a:pt x="184" y="1"/>
                  </a:cubicBezTo>
                  <a:cubicBezTo>
                    <a:pt x="184" y="0"/>
                    <a:pt x="183" y="0"/>
                    <a:pt x="182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1" y="0"/>
                    <a:pt x="170" y="0"/>
                    <a:pt x="170" y="1"/>
                  </a:cubicBezTo>
                  <a:cubicBezTo>
                    <a:pt x="170" y="2"/>
                    <a:pt x="171" y="3"/>
                    <a:pt x="172" y="3"/>
                  </a:cubicBezTo>
                  <a:close/>
                  <a:moveTo>
                    <a:pt x="148" y="3"/>
                  </a:moveTo>
                  <a:cubicBezTo>
                    <a:pt x="158" y="3"/>
                    <a:pt x="158" y="3"/>
                    <a:pt x="158" y="3"/>
                  </a:cubicBezTo>
                  <a:cubicBezTo>
                    <a:pt x="159" y="3"/>
                    <a:pt x="160" y="2"/>
                    <a:pt x="160" y="1"/>
                  </a:cubicBezTo>
                  <a:cubicBezTo>
                    <a:pt x="160" y="0"/>
                    <a:pt x="159" y="0"/>
                    <a:pt x="158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7" y="0"/>
                    <a:pt x="146" y="0"/>
                    <a:pt x="146" y="1"/>
                  </a:cubicBezTo>
                  <a:cubicBezTo>
                    <a:pt x="146" y="2"/>
                    <a:pt x="147" y="3"/>
                    <a:pt x="148" y="3"/>
                  </a:cubicBezTo>
                  <a:close/>
                  <a:moveTo>
                    <a:pt x="124" y="3"/>
                  </a:moveTo>
                  <a:cubicBezTo>
                    <a:pt x="133" y="3"/>
                    <a:pt x="133" y="3"/>
                    <a:pt x="133" y="3"/>
                  </a:cubicBezTo>
                  <a:cubicBezTo>
                    <a:pt x="134" y="3"/>
                    <a:pt x="135" y="2"/>
                    <a:pt x="135" y="1"/>
                  </a:cubicBezTo>
                  <a:cubicBezTo>
                    <a:pt x="135" y="0"/>
                    <a:pt x="134" y="0"/>
                    <a:pt x="133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3" y="0"/>
                    <a:pt x="122" y="0"/>
                    <a:pt x="122" y="1"/>
                  </a:cubicBezTo>
                  <a:cubicBezTo>
                    <a:pt x="122" y="2"/>
                    <a:pt x="123" y="3"/>
                    <a:pt x="124" y="3"/>
                  </a:cubicBezTo>
                  <a:close/>
                  <a:moveTo>
                    <a:pt x="99" y="3"/>
                  </a:moveTo>
                  <a:cubicBezTo>
                    <a:pt x="109" y="3"/>
                    <a:pt x="109" y="3"/>
                    <a:pt x="109" y="3"/>
                  </a:cubicBezTo>
                  <a:cubicBezTo>
                    <a:pt x="110" y="3"/>
                    <a:pt x="111" y="2"/>
                    <a:pt x="111" y="1"/>
                  </a:cubicBezTo>
                  <a:cubicBezTo>
                    <a:pt x="111" y="0"/>
                    <a:pt x="110" y="0"/>
                    <a:pt x="10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8" y="0"/>
                    <a:pt x="97" y="0"/>
                    <a:pt x="97" y="1"/>
                  </a:cubicBezTo>
                  <a:cubicBezTo>
                    <a:pt x="97" y="2"/>
                    <a:pt x="98" y="3"/>
                    <a:pt x="99" y="3"/>
                  </a:cubicBezTo>
                  <a:close/>
                  <a:moveTo>
                    <a:pt x="75" y="3"/>
                  </a:moveTo>
                  <a:cubicBezTo>
                    <a:pt x="85" y="3"/>
                    <a:pt x="85" y="3"/>
                    <a:pt x="85" y="3"/>
                  </a:cubicBezTo>
                  <a:cubicBezTo>
                    <a:pt x="86" y="3"/>
                    <a:pt x="87" y="2"/>
                    <a:pt x="87" y="1"/>
                  </a:cubicBezTo>
                  <a:cubicBezTo>
                    <a:pt x="87" y="0"/>
                    <a:pt x="86" y="0"/>
                    <a:pt x="85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4" y="0"/>
                    <a:pt x="73" y="0"/>
                    <a:pt x="73" y="1"/>
                  </a:cubicBezTo>
                  <a:cubicBezTo>
                    <a:pt x="73" y="2"/>
                    <a:pt x="74" y="3"/>
                    <a:pt x="75" y="3"/>
                  </a:cubicBezTo>
                  <a:close/>
                  <a:moveTo>
                    <a:pt x="51" y="3"/>
                  </a:moveTo>
                  <a:cubicBezTo>
                    <a:pt x="60" y="3"/>
                    <a:pt x="60" y="3"/>
                    <a:pt x="60" y="3"/>
                  </a:cubicBezTo>
                  <a:cubicBezTo>
                    <a:pt x="61" y="3"/>
                    <a:pt x="62" y="2"/>
                    <a:pt x="62" y="1"/>
                  </a:cubicBezTo>
                  <a:cubicBezTo>
                    <a:pt x="62" y="0"/>
                    <a:pt x="61" y="0"/>
                    <a:pt x="60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49" y="0"/>
                    <a:pt x="49" y="1"/>
                  </a:cubicBezTo>
                  <a:cubicBezTo>
                    <a:pt x="49" y="2"/>
                    <a:pt x="50" y="3"/>
                    <a:pt x="51" y="3"/>
                  </a:cubicBezTo>
                  <a:close/>
                  <a:moveTo>
                    <a:pt x="26" y="3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7" y="3"/>
                    <a:pt x="38" y="2"/>
                    <a:pt x="38" y="1"/>
                  </a:cubicBezTo>
                  <a:cubicBezTo>
                    <a:pt x="38" y="0"/>
                    <a:pt x="37" y="0"/>
                    <a:pt x="3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0"/>
                    <a:pt x="24" y="0"/>
                    <a:pt x="24" y="1"/>
                  </a:cubicBezTo>
                  <a:cubicBezTo>
                    <a:pt x="24" y="2"/>
                    <a:pt x="25" y="3"/>
                    <a:pt x="26" y="3"/>
                  </a:cubicBezTo>
                  <a:close/>
                  <a:moveTo>
                    <a:pt x="2" y="3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13" y="3"/>
                    <a:pt x="14" y="2"/>
                    <a:pt x="14" y="1"/>
                  </a:cubicBezTo>
                  <a:cubicBezTo>
                    <a:pt x="14" y="0"/>
                    <a:pt x="13" y="0"/>
                    <a:pt x="1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2" name="Google Shape;1185;p33"/>
            <p:cNvSpPr/>
            <p:nvPr/>
          </p:nvSpPr>
          <p:spPr>
            <a:xfrm>
              <a:off x="4056480" y="1599480"/>
              <a:ext cx="21600" cy="2052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9" h="8">
                  <a:moveTo>
                    <a:pt x="2" y="3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7"/>
                    <a:pt x="6" y="8"/>
                    <a:pt x="7" y="8"/>
                  </a:cubicBezTo>
                  <a:cubicBezTo>
                    <a:pt x="8" y="8"/>
                    <a:pt x="9" y="7"/>
                    <a:pt x="9" y="6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lose/>
                </a:path>
              </a:pathLst>
            </a:custGeom>
            <a:solidFill>
              <a:srgbClr val="B5B5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3" name="Google Shape;1186;p33"/>
            <p:cNvSpPr/>
            <p:nvPr/>
          </p:nvSpPr>
          <p:spPr>
            <a:xfrm>
              <a:off x="4069440" y="1644840"/>
              <a:ext cx="8640" cy="9756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975600"/>
                <a:gd name="textAreaBottom" fmla="*/ 975960 h 975600"/>
              </a:gdLst>
              <a:ahLst/>
              <a:cxnLst/>
              <a:rect l="textAreaLeft" t="textAreaTop" r="textAreaRight" b="textAreaBottom"/>
              <a:pathLst>
                <a:path w="4" h="387">
                  <a:moveTo>
                    <a:pt x="0" y="375"/>
                  </a:moveTo>
                  <a:cubicBezTo>
                    <a:pt x="0" y="385"/>
                    <a:pt x="0" y="385"/>
                    <a:pt x="0" y="385"/>
                  </a:cubicBezTo>
                  <a:cubicBezTo>
                    <a:pt x="0" y="386"/>
                    <a:pt x="1" y="387"/>
                    <a:pt x="2" y="387"/>
                  </a:cubicBezTo>
                  <a:cubicBezTo>
                    <a:pt x="3" y="387"/>
                    <a:pt x="4" y="386"/>
                    <a:pt x="4" y="385"/>
                  </a:cubicBezTo>
                  <a:cubicBezTo>
                    <a:pt x="4" y="375"/>
                    <a:pt x="4" y="375"/>
                    <a:pt x="4" y="375"/>
                  </a:cubicBezTo>
                  <a:cubicBezTo>
                    <a:pt x="4" y="374"/>
                    <a:pt x="3" y="374"/>
                    <a:pt x="2" y="374"/>
                  </a:cubicBezTo>
                  <a:cubicBezTo>
                    <a:pt x="1" y="374"/>
                    <a:pt x="0" y="374"/>
                    <a:pt x="0" y="375"/>
                  </a:cubicBezTo>
                  <a:close/>
                  <a:moveTo>
                    <a:pt x="0" y="352"/>
                  </a:moveTo>
                  <a:cubicBezTo>
                    <a:pt x="0" y="361"/>
                    <a:pt x="0" y="361"/>
                    <a:pt x="0" y="361"/>
                  </a:cubicBezTo>
                  <a:cubicBezTo>
                    <a:pt x="0" y="362"/>
                    <a:pt x="1" y="363"/>
                    <a:pt x="2" y="363"/>
                  </a:cubicBezTo>
                  <a:cubicBezTo>
                    <a:pt x="3" y="363"/>
                    <a:pt x="4" y="362"/>
                    <a:pt x="4" y="361"/>
                  </a:cubicBezTo>
                  <a:cubicBezTo>
                    <a:pt x="4" y="352"/>
                    <a:pt x="4" y="352"/>
                    <a:pt x="4" y="352"/>
                  </a:cubicBezTo>
                  <a:cubicBezTo>
                    <a:pt x="4" y="351"/>
                    <a:pt x="3" y="350"/>
                    <a:pt x="2" y="350"/>
                  </a:cubicBezTo>
                  <a:cubicBezTo>
                    <a:pt x="1" y="350"/>
                    <a:pt x="0" y="351"/>
                    <a:pt x="0" y="352"/>
                  </a:cubicBezTo>
                  <a:close/>
                  <a:moveTo>
                    <a:pt x="0" y="329"/>
                  </a:moveTo>
                  <a:cubicBezTo>
                    <a:pt x="0" y="338"/>
                    <a:pt x="0" y="338"/>
                    <a:pt x="0" y="338"/>
                  </a:cubicBezTo>
                  <a:cubicBezTo>
                    <a:pt x="0" y="339"/>
                    <a:pt x="1" y="340"/>
                    <a:pt x="2" y="340"/>
                  </a:cubicBezTo>
                  <a:cubicBezTo>
                    <a:pt x="3" y="340"/>
                    <a:pt x="4" y="339"/>
                    <a:pt x="4" y="338"/>
                  </a:cubicBezTo>
                  <a:cubicBezTo>
                    <a:pt x="4" y="329"/>
                    <a:pt x="4" y="329"/>
                    <a:pt x="4" y="329"/>
                  </a:cubicBezTo>
                  <a:cubicBezTo>
                    <a:pt x="4" y="328"/>
                    <a:pt x="3" y="327"/>
                    <a:pt x="2" y="327"/>
                  </a:cubicBezTo>
                  <a:cubicBezTo>
                    <a:pt x="1" y="327"/>
                    <a:pt x="0" y="328"/>
                    <a:pt x="0" y="329"/>
                  </a:cubicBezTo>
                  <a:close/>
                  <a:moveTo>
                    <a:pt x="0" y="305"/>
                  </a:moveTo>
                  <a:cubicBezTo>
                    <a:pt x="0" y="315"/>
                    <a:pt x="0" y="315"/>
                    <a:pt x="0" y="315"/>
                  </a:cubicBezTo>
                  <a:cubicBezTo>
                    <a:pt x="0" y="316"/>
                    <a:pt x="1" y="317"/>
                    <a:pt x="2" y="317"/>
                  </a:cubicBezTo>
                  <a:cubicBezTo>
                    <a:pt x="3" y="317"/>
                    <a:pt x="4" y="316"/>
                    <a:pt x="4" y="315"/>
                  </a:cubicBezTo>
                  <a:cubicBezTo>
                    <a:pt x="4" y="305"/>
                    <a:pt x="4" y="305"/>
                    <a:pt x="4" y="305"/>
                  </a:cubicBezTo>
                  <a:cubicBezTo>
                    <a:pt x="4" y="304"/>
                    <a:pt x="3" y="304"/>
                    <a:pt x="2" y="304"/>
                  </a:cubicBezTo>
                  <a:cubicBezTo>
                    <a:pt x="1" y="304"/>
                    <a:pt x="0" y="304"/>
                    <a:pt x="0" y="305"/>
                  </a:cubicBezTo>
                  <a:close/>
                  <a:moveTo>
                    <a:pt x="0" y="282"/>
                  </a:moveTo>
                  <a:cubicBezTo>
                    <a:pt x="0" y="291"/>
                    <a:pt x="0" y="291"/>
                    <a:pt x="0" y="291"/>
                  </a:cubicBezTo>
                  <a:cubicBezTo>
                    <a:pt x="0" y="292"/>
                    <a:pt x="1" y="293"/>
                    <a:pt x="2" y="293"/>
                  </a:cubicBezTo>
                  <a:cubicBezTo>
                    <a:pt x="3" y="293"/>
                    <a:pt x="4" y="292"/>
                    <a:pt x="4" y="291"/>
                  </a:cubicBezTo>
                  <a:cubicBezTo>
                    <a:pt x="4" y="282"/>
                    <a:pt x="4" y="282"/>
                    <a:pt x="4" y="282"/>
                  </a:cubicBezTo>
                  <a:cubicBezTo>
                    <a:pt x="4" y="281"/>
                    <a:pt x="3" y="280"/>
                    <a:pt x="2" y="280"/>
                  </a:cubicBezTo>
                  <a:cubicBezTo>
                    <a:pt x="1" y="280"/>
                    <a:pt x="0" y="281"/>
                    <a:pt x="0" y="282"/>
                  </a:cubicBezTo>
                  <a:close/>
                  <a:moveTo>
                    <a:pt x="0" y="259"/>
                  </a:moveTo>
                  <a:cubicBezTo>
                    <a:pt x="0" y="268"/>
                    <a:pt x="0" y="268"/>
                    <a:pt x="0" y="268"/>
                  </a:cubicBezTo>
                  <a:cubicBezTo>
                    <a:pt x="0" y="269"/>
                    <a:pt x="1" y="270"/>
                    <a:pt x="2" y="270"/>
                  </a:cubicBezTo>
                  <a:cubicBezTo>
                    <a:pt x="3" y="270"/>
                    <a:pt x="4" y="269"/>
                    <a:pt x="4" y="268"/>
                  </a:cubicBezTo>
                  <a:cubicBezTo>
                    <a:pt x="4" y="259"/>
                    <a:pt x="4" y="259"/>
                    <a:pt x="4" y="259"/>
                  </a:cubicBezTo>
                  <a:cubicBezTo>
                    <a:pt x="4" y="258"/>
                    <a:pt x="3" y="257"/>
                    <a:pt x="2" y="257"/>
                  </a:cubicBezTo>
                  <a:cubicBezTo>
                    <a:pt x="1" y="257"/>
                    <a:pt x="0" y="258"/>
                    <a:pt x="0" y="259"/>
                  </a:cubicBezTo>
                  <a:close/>
                  <a:moveTo>
                    <a:pt x="0" y="235"/>
                  </a:moveTo>
                  <a:cubicBezTo>
                    <a:pt x="0" y="245"/>
                    <a:pt x="0" y="245"/>
                    <a:pt x="0" y="245"/>
                  </a:cubicBezTo>
                  <a:cubicBezTo>
                    <a:pt x="0" y="246"/>
                    <a:pt x="1" y="247"/>
                    <a:pt x="2" y="247"/>
                  </a:cubicBezTo>
                  <a:cubicBezTo>
                    <a:pt x="3" y="247"/>
                    <a:pt x="4" y="246"/>
                    <a:pt x="4" y="245"/>
                  </a:cubicBezTo>
                  <a:cubicBezTo>
                    <a:pt x="4" y="235"/>
                    <a:pt x="4" y="235"/>
                    <a:pt x="4" y="235"/>
                  </a:cubicBezTo>
                  <a:cubicBezTo>
                    <a:pt x="4" y="234"/>
                    <a:pt x="3" y="234"/>
                    <a:pt x="2" y="234"/>
                  </a:cubicBezTo>
                  <a:cubicBezTo>
                    <a:pt x="1" y="234"/>
                    <a:pt x="0" y="234"/>
                    <a:pt x="0" y="235"/>
                  </a:cubicBezTo>
                  <a:close/>
                  <a:moveTo>
                    <a:pt x="0" y="212"/>
                  </a:moveTo>
                  <a:cubicBezTo>
                    <a:pt x="0" y="221"/>
                    <a:pt x="0" y="221"/>
                    <a:pt x="0" y="221"/>
                  </a:cubicBezTo>
                  <a:cubicBezTo>
                    <a:pt x="0" y="222"/>
                    <a:pt x="1" y="223"/>
                    <a:pt x="2" y="223"/>
                  </a:cubicBezTo>
                  <a:cubicBezTo>
                    <a:pt x="3" y="223"/>
                    <a:pt x="4" y="222"/>
                    <a:pt x="4" y="221"/>
                  </a:cubicBezTo>
                  <a:cubicBezTo>
                    <a:pt x="4" y="212"/>
                    <a:pt x="4" y="212"/>
                    <a:pt x="4" y="212"/>
                  </a:cubicBezTo>
                  <a:cubicBezTo>
                    <a:pt x="4" y="211"/>
                    <a:pt x="3" y="210"/>
                    <a:pt x="2" y="210"/>
                  </a:cubicBezTo>
                  <a:cubicBezTo>
                    <a:pt x="1" y="210"/>
                    <a:pt x="0" y="211"/>
                    <a:pt x="0" y="212"/>
                  </a:cubicBezTo>
                  <a:close/>
                  <a:moveTo>
                    <a:pt x="0" y="189"/>
                  </a:moveTo>
                  <a:cubicBezTo>
                    <a:pt x="0" y="198"/>
                    <a:pt x="0" y="198"/>
                    <a:pt x="0" y="198"/>
                  </a:cubicBezTo>
                  <a:cubicBezTo>
                    <a:pt x="0" y="199"/>
                    <a:pt x="1" y="200"/>
                    <a:pt x="2" y="200"/>
                  </a:cubicBezTo>
                  <a:cubicBezTo>
                    <a:pt x="3" y="200"/>
                    <a:pt x="4" y="199"/>
                    <a:pt x="4" y="198"/>
                  </a:cubicBezTo>
                  <a:cubicBezTo>
                    <a:pt x="4" y="189"/>
                    <a:pt x="4" y="189"/>
                    <a:pt x="4" y="189"/>
                  </a:cubicBezTo>
                  <a:cubicBezTo>
                    <a:pt x="4" y="188"/>
                    <a:pt x="3" y="187"/>
                    <a:pt x="2" y="187"/>
                  </a:cubicBezTo>
                  <a:cubicBezTo>
                    <a:pt x="1" y="187"/>
                    <a:pt x="0" y="188"/>
                    <a:pt x="0" y="189"/>
                  </a:cubicBezTo>
                  <a:close/>
                  <a:moveTo>
                    <a:pt x="0" y="165"/>
                  </a:moveTo>
                  <a:cubicBezTo>
                    <a:pt x="0" y="175"/>
                    <a:pt x="0" y="175"/>
                    <a:pt x="0" y="175"/>
                  </a:cubicBezTo>
                  <a:cubicBezTo>
                    <a:pt x="0" y="176"/>
                    <a:pt x="1" y="177"/>
                    <a:pt x="2" y="177"/>
                  </a:cubicBezTo>
                  <a:cubicBezTo>
                    <a:pt x="3" y="177"/>
                    <a:pt x="4" y="176"/>
                    <a:pt x="4" y="175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4" y="164"/>
                    <a:pt x="3" y="164"/>
                    <a:pt x="2" y="164"/>
                  </a:cubicBezTo>
                  <a:cubicBezTo>
                    <a:pt x="1" y="164"/>
                    <a:pt x="0" y="164"/>
                    <a:pt x="0" y="165"/>
                  </a:cubicBezTo>
                  <a:close/>
                  <a:moveTo>
                    <a:pt x="0" y="142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0" y="153"/>
                    <a:pt x="1" y="153"/>
                    <a:pt x="2" y="153"/>
                  </a:cubicBezTo>
                  <a:cubicBezTo>
                    <a:pt x="3" y="153"/>
                    <a:pt x="4" y="153"/>
                    <a:pt x="4" y="151"/>
                  </a:cubicBezTo>
                  <a:cubicBezTo>
                    <a:pt x="4" y="142"/>
                    <a:pt x="4" y="142"/>
                    <a:pt x="4" y="142"/>
                  </a:cubicBezTo>
                  <a:cubicBezTo>
                    <a:pt x="4" y="141"/>
                    <a:pt x="3" y="140"/>
                    <a:pt x="2" y="140"/>
                  </a:cubicBezTo>
                  <a:cubicBezTo>
                    <a:pt x="1" y="140"/>
                    <a:pt x="0" y="141"/>
                    <a:pt x="0" y="142"/>
                  </a:cubicBezTo>
                  <a:close/>
                  <a:moveTo>
                    <a:pt x="0" y="119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129"/>
                    <a:pt x="1" y="130"/>
                    <a:pt x="2" y="130"/>
                  </a:cubicBezTo>
                  <a:cubicBezTo>
                    <a:pt x="3" y="130"/>
                    <a:pt x="4" y="129"/>
                    <a:pt x="4" y="128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4" y="118"/>
                    <a:pt x="3" y="117"/>
                    <a:pt x="2" y="117"/>
                  </a:cubicBezTo>
                  <a:cubicBezTo>
                    <a:pt x="1" y="117"/>
                    <a:pt x="0" y="118"/>
                    <a:pt x="0" y="119"/>
                  </a:cubicBezTo>
                  <a:close/>
                  <a:moveTo>
                    <a:pt x="0" y="95"/>
                  </a:moveTo>
                  <a:cubicBezTo>
                    <a:pt x="0" y="105"/>
                    <a:pt x="0" y="105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5"/>
                  </a:cubicBezTo>
                  <a:cubicBezTo>
                    <a:pt x="4" y="95"/>
                    <a:pt x="4" y="95"/>
                    <a:pt x="4" y="95"/>
                  </a:cubicBezTo>
                  <a:cubicBezTo>
                    <a:pt x="4" y="94"/>
                    <a:pt x="3" y="94"/>
                    <a:pt x="2" y="94"/>
                  </a:cubicBezTo>
                  <a:cubicBezTo>
                    <a:pt x="1" y="94"/>
                    <a:pt x="0" y="94"/>
                    <a:pt x="0" y="95"/>
                  </a:cubicBezTo>
                  <a:close/>
                  <a:moveTo>
                    <a:pt x="0" y="72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83"/>
                    <a:pt x="1" y="83"/>
                    <a:pt x="2" y="83"/>
                  </a:cubicBezTo>
                  <a:cubicBezTo>
                    <a:pt x="3" y="83"/>
                    <a:pt x="4" y="83"/>
                    <a:pt x="4" y="81"/>
                  </a:cubicBezTo>
                  <a:cubicBezTo>
                    <a:pt x="4" y="72"/>
                    <a:pt x="4" y="72"/>
                    <a:pt x="4" y="72"/>
                  </a:cubicBezTo>
                  <a:cubicBezTo>
                    <a:pt x="4" y="71"/>
                    <a:pt x="3" y="70"/>
                    <a:pt x="2" y="70"/>
                  </a:cubicBezTo>
                  <a:cubicBezTo>
                    <a:pt x="1" y="70"/>
                    <a:pt x="0" y="71"/>
                    <a:pt x="0" y="72"/>
                  </a:cubicBezTo>
                  <a:close/>
                  <a:moveTo>
                    <a:pt x="0" y="49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0" y="59"/>
                    <a:pt x="1" y="60"/>
                    <a:pt x="2" y="60"/>
                  </a:cubicBezTo>
                  <a:cubicBezTo>
                    <a:pt x="3" y="60"/>
                    <a:pt x="4" y="59"/>
                    <a:pt x="4" y="58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8"/>
                    <a:pt x="3" y="47"/>
                    <a:pt x="2" y="47"/>
                  </a:cubicBezTo>
                  <a:cubicBezTo>
                    <a:pt x="1" y="47"/>
                    <a:pt x="0" y="48"/>
                    <a:pt x="0" y="49"/>
                  </a:cubicBezTo>
                  <a:close/>
                  <a:moveTo>
                    <a:pt x="0" y="25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0" y="36"/>
                    <a:pt x="1" y="37"/>
                    <a:pt x="2" y="37"/>
                  </a:cubicBezTo>
                  <a:cubicBezTo>
                    <a:pt x="3" y="37"/>
                    <a:pt x="4" y="36"/>
                    <a:pt x="4" y="3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4"/>
                    <a:pt x="3" y="24"/>
                    <a:pt x="2" y="24"/>
                  </a:cubicBezTo>
                  <a:cubicBezTo>
                    <a:pt x="1" y="24"/>
                    <a:pt x="0" y="24"/>
                    <a:pt x="0" y="25"/>
                  </a:cubicBezTo>
                  <a:close/>
                  <a:moveTo>
                    <a:pt x="0" y="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1" y="13"/>
                    <a:pt x="2" y="13"/>
                  </a:cubicBezTo>
                  <a:cubicBezTo>
                    <a:pt x="3" y="13"/>
                    <a:pt x="4" y="13"/>
                    <a:pt x="4" y="1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4" name="Google Shape;1187;p33"/>
            <p:cNvSpPr/>
            <p:nvPr/>
          </p:nvSpPr>
          <p:spPr>
            <a:xfrm>
              <a:off x="2865960" y="1556640"/>
              <a:ext cx="93240" cy="9324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325D7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5" name="Google Shape;1188;p33"/>
            <p:cNvSpPr/>
            <p:nvPr/>
          </p:nvSpPr>
          <p:spPr>
            <a:xfrm>
              <a:off x="4026600" y="1556640"/>
              <a:ext cx="90720" cy="9324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325D7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6" name="Google Shape;1189;p33"/>
            <p:cNvSpPr/>
            <p:nvPr/>
          </p:nvSpPr>
          <p:spPr>
            <a:xfrm>
              <a:off x="2865960" y="2615760"/>
              <a:ext cx="93240" cy="9324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325D7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917" name="Google Shape;1190;p33"/>
            <p:cNvGrpSpPr/>
            <p:nvPr/>
          </p:nvGrpSpPr>
          <p:grpSpPr>
            <a:xfrm>
              <a:off x="3418200" y="2260440"/>
              <a:ext cx="893880" cy="1905120"/>
              <a:chOff x="3418200" y="2260440"/>
              <a:chExt cx="893880" cy="1905120"/>
            </a:xfrm>
          </p:grpSpPr>
          <p:sp>
            <p:nvSpPr>
              <p:cNvPr id="918" name="Google Shape;1191;p33"/>
              <p:cNvSpPr/>
              <p:nvPr/>
            </p:nvSpPr>
            <p:spPr>
              <a:xfrm>
                <a:off x="3418200" y="3358440"/>
                <a:ext cx="366840" cy="807120"/>
              </a:xfrm>
              <a:custGeom>
                <a:avLst/>
                <a:gdLst>
                  <a:gd name="textAreaLeft" fmla="*/ 0 w 366840"/>
                  <a:gd name="textAreaRight" fmla="*/ 367200 w 366840"/>
                  <a:gd name="textAreaTop" fmla="*/ 0 h 807120"/>
                  <a:gd name="textAreaBottom" fmla="*/ 807480 h 807120"/>
                </a:gdLst>
                <a:ahLst/>
                <a:cxnLst/>
                <a:rect l="textAreaLeft" t="textAreaTop" r="textAreaRight" b="textAreaBottom"/>
                <a:pathLst>
                  <a:path w="119" h="262">
                    <a:moveTo>
                      <a:pt x="119" y="106"/>
                    </a:moveTo>
                    <a:cubicBezTo>
                      <a:pt x="119" y="106"/>
                      <a:pt x="77" y="157"/>
                      <a:pt x="79" y="250"/>
                    </a:cubicBezTo>
                    <a:cubicBezTo>
                      <a:pt x="79" y="257"/>
                      <a:pt x="74" y="262"/>
                      <a:pt x="68" y="262"/>
                    </a:cubicBezTo>
                    <a:cubicBezTo>
                      <a:pt x="68" y="262"/>
                      <a:pt x="68" y="262"/>
                      <a:pt x="68" y="262"/>
                    </a:cubicBezTo>
                    <a:cubicBezTo>
                      <a:pt x="63" y="262"/>
                      <a:pt x="59" y="260"/>
                      <a:pt x="57" y="256"/>
                    </a:cubicBezTo>
                    <a:cubicBezTo>
                      <a:pt x="50" y="240"/>
                      <a:pt x="30" y="199"/>
                      <a:pt x="17" y="157"/>
                    </a:cubicBezTo>
                    <a:cubicBezTo>
                      <a:pt x="0" y="105"/>
                      <a:pt x="93" y="0"/>
                      <a:pt x="93" y="0"/>
                    </a:cubicBezTo>
                    <a:lnTo>
                      <a:pt x="119" y="10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9" name="Google Shape;1192;p33"/>
              <p:cNvSpPr/>
              <p:nvPr/>
            </p:nvSpPr>
            <p:spPr>
              <a:xfrm>
                <a:off x="3945240" y="3358440"/>
                <a:ext cx="366840" cy="807120"/>
              </a:xfrm>
              <a:custGeom>
                <a:avLst/>
                <a:gdLst>
                  <a:gd name="textAreaLeft" fmla="*/ 0 w 366840"/>
                  <a:gd name="textAreaRight" fmla="*/ 367200 w 366840"/>
                  <a:gd name="textAreaTop" fmla="*/ 0 h 807120"/>
                  <a:gd name="textAreaBottom" fmla="*/ 807480 h 807120"/>
                </a:gdLst>
                <a:ahLst/>
                <a:cxnLst/>
                <a:rect l="textAreaLeft" t="textAreaTop" r="textAreaRight" b="textAreaBottom"/>
                <a:pathLst>
                  <a:path w="119" h="262">
                    <a:moveTo>
                      <a:pt x="0" y="106"/>
                    </a:moveTo>
                    <a:cubicBezTo>
                      <a:pt x="0" y="106"/>
                      <a:pt x="43" y="157"/>
                      <a:pt x="40" y="250"/>
                    </a:cubicBezTo>
                    <a:cubicBezTo>
                      <a:pt x="40" y="257"/>
                      <a:pt x="45" y="262"/>
                      <a:pt x="52" y="262"/>
                    </a:cubicBezTo>
                    <a:cubicBezTo>
                      <a:pt x="52" y="262"/>
                      <a:pt x="52" y="262"/>
                      <a:pt x="52" y="262"/>
                    </a:cubicBezTo>
                    <a:cubicBezTo>
                      <a:pt x="56" y="262"/>
                      <a:pt x="60" y="260"/>
                      <a:pt x="62" y="256"/>
                    </a:cubicBezTo>
                    <a:cubicBezTo>
                      <a:pt x="69" y="240"/>
                      <a:pt x="89" y="199"/>
                      <a:pt x="102" y="157"/>
                    </a:cubicBezTo>
                    <a:cubicBezTo>
                      <a:pt x="119" y="105"/>
                      <a:pt x="26" y="0"/>
                      <a:pt x="26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0" name="Google Shape;1193;p33"/>
              <p:cNvSpPr/>
              <p:nvPr/>
            </p:nvSpPr>
            <p:spPr>
              <a:xfrm>
                <a:off x="3646800" y="2260440"/>
                <a:ext cx="437040" cy="1535040"/>
              </a:xfrm>
              <a:custGeom>
                <a:avLst/>
                <a:gdLst>
                  <a:gd name="textAreaLeft" fmla="*/ 0 w 437040"/>
                  <a:gd name="textAreaRight" fmla="*/ 437400 w 437040"/>
                  <a:gd name="textAreaTop" fmla="*/ 0 h 1535040"/>
                  <a:gd name="textAreaBottom" fmla="*/ 1535400 h 1535040"/>
                </a:gdLst>
                <a:ahLst/>
                <a:cxnLst/>
                <a:rect l="textAreaLeft" t="textAreaTop" r="textAreaRight" b="textAreaBottom"/>
                <a:pathLst>
                  <a:path w="142" h="498">
                    <a:moveTo>
                      <a:pt x="78" y="6"/>
                    </a:moveTo>
                    <a:cubicBezTo>
                      <a:pt x="75" y="0"/>
                      <a:pt x="67" y="0"/>
                      <a:pt x="64" y="6"/>
                    </a:cubicBezTo>
                    <a:cubicBezTo>
                      <a:pt x="46" y="43"/>
                      <a:pt x="0" y="147"/>
                      <a:pt x="0" y="236"/>
                    </a:cubicBezTo>
                    <a:cubicBezTo>
                      <a:pt x="0" y="347"/>
                      <a:pt x="43" y="492"/>
                      <a:pt x="43" y="492"/>
                    </a:cubicBezTo>
                    <a:cubicBezTo>
                      <a:pt x="61" y="498"/>
                      <a:pt x="81" y="498"/>
                      <a:pt x="99" y="492"/>
                    </a:cubicBezTo>
                    <a:cubicBezTo>
                      <a:pt x="99" y="492"/>
                      <a:pt x="142" y="347"/>
                      <a:pt x="142" y="236"/>
                    </a:cubicBezTo>
                    <a:cubicBezTo>
                      <a:pt x="142" y="147"/>
                      <a:pt x="96" y="43"/>
                      <a:pt x="78" y="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1" name="Google Shape;1194;p33"/>
              <p:cNvSpPr/>
              <p:nvPr/>
            </p:nvSpPr>
            <p:spPr>
              <a:xfrm>
                <a:off x="3763440" y="3715560"/>
                <a:ext cx="205920" cy="80280"/>
              </a:xfrm>
              <a:custGeom>
                <a:avLst/>
                <a:gdLst>
                  <a:gd name="textAreaLeft" fmla="*/ 0 w 205920"/>
                  <a:gd name="textAreaRight" fmla="*/ 206280 w 205920"/>
                  <a:gd name="textAreaTop" fmla="*/ 0 h 80280"/>
                  <a:gd name="textAreaBottom" fmla="*/ 80640 h 80280"/>
                </a:gdLst>
                <a:ahLst/>
                <a:cxnLst/>
                <a:rect l="textAreaLeft" t="textAreaTop" r="textAreaRight" b="textAreaBottom"/>
                <a:pathLst>
                  <a:path w="67" h="26">
                    <a:moveTo>
                      <a:pt x="0" y="0"/>
                    </a:moveTo>
                    <a:cubicBezTo>
                      <a:pt x="3" y="13"/>
                      <a:pt x="5" y="20"/>
                      <a:pt x="5" y="20"/>
                    </a:cubicBezTo>
                    <a:cubicBezTo>
                      <a:pt x="23" y="26"/>
                      <a:pt x="43" y="26"/>
                      <a:pt x="61" y="20"/>
                    </a:cubicBezTo>
                    <a:cubicBezTo>
                      <a:pt x="61" y="20"/>
                      <a:pt x="63" y="13"/>
                      <a:pt x="67" y="0"/>
                    </a:cubicBezTo>
                    <a:cubicBezTo>
                      <a:pt x="45" y="5"/>
                      <a:pt x="22" y="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0320" bIns="403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2" name="Google Shape;1195;p33"/>
              <p:cNvSpPr/>
              <p:nvPr/>
            </p:nvSpPr>
            <p:spPr>
              <a:xfrm>
                <a:off x="3702600" y="2260440"/>
                <a:ext cx="325440" cy="391680"/>
              </a:xfrm>
              <a:custGeom>
                <a:avLst/>
                <a:gdLst>
                  <a:gd name="textAreaLeft" fmla="*/ 0 w 325440"/>
                  <a:gd name="textAreaRight" fmla="*/ 325800 w 325440"/>
                  <a:gd name="textAreaTop" fmla="*/ 0 h 391680"/>
                  <a:gd name="textAreaBottom" fmla="*/ 392040 h 391680"/>
                </a:gdLst>
                <a:ahLst/>
                <a:cxnLst/>
                <a:rect l="textAreaLeft" t="textAreaTop" r="textAreaRight" b="textAreaBottom"/>
                <a:pathLst>
                  <a:path w="106" h="127">
                    <a:moveTo>
                      <a:pt x="106" y="127"/>
                    </a:moveTo>
                    <a:cubicBezTo>
                      <a:pt x="92" y="74"/>
                      <a:pt x="71" y="28"/>
                      <a:pt x="60" y="6"/>
                    </a:cubicBezTo>
                    <a:cubicBezTo>
                      <a:pt x="57" y="0"/>
                      <a:pt x="49" y="0"/>
                      <a:pt x="46" y="6"/>
                    </a:cubicBezTo>
                    <a:cubicBezTo>
                      <a:pt x="35" y="28"/>
                      <a:pt x="15" y="74"/>
                      <a:pt x="0" y="127"/>
                    </a:cubicBezTo>
                    <a:cubicBezTo>
                      <a:pt x="35" y="125"/>
                      <a:pt x="71" y="125"/>
                      <a:pt x="106" y="127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3" name="Google Shape;1196;p33"/>
              <p:cNvSpPr/>
              <p:nvPr/>
            </p:nvSpPr>
            <p:spPr>
              <a:xfrm>
                <a:off x="3788280" y="2845800"/>
                <a:ext cx="163080" cy="16308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4" name="Google Shape;1197;p33"/>
              <p:cNvSpPr/>
              <p:nvPr/>
            </p:nvSpPr>
            <p:spPr>
              <a:xfrm>
                <a:off x="3803760" y="3105360"/>
                <a:ext cx="132120" cy="13212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5" name="Google Shape;1198;p33"/>
              <p:cNvSpPr/>
              <p:nvPr/>
            </p:nvSpPr>
            <p:spPr>
              <a:xfrm>
                <a:off x="3812760" y="3333960"/>
                <a:ext cx="114120" cy="11232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960" bIns="39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26" name="Google Shape;1199;p33"/>
            <p:cNvGrpSpPr/>
            <p:nvPr/>
          </p:nvGrpSpPr>
          <p:grpSpPr>
            <a:xfrm>
              <a:off x="1838160" y="3033000"/>
              <a:ext cx="733680" cy="1132560"/>
              <a:chOff x="1838160" y="3033000"/>
              <a:chExt cx="733680" cy="1132560"/>
            </a:xfrm>
          </p:grpSpPr>
          <p:sp>
            <p:nvSpPr>
              <p:cNvPr id="927" name="Google Shape;1200;p33"/>
              <p:cNvSpPr/>
              <p:nvPr/>
            </p:nvSpPr>
            <p:spPr>
              <a:xfrm>
                <a:off x="2016720" y="3033000"/>
                <a:ext cx="335160" cy="700920"/>
              </a:xfrm>
              <a:custGeom>
                <a:avLst/>
                <a:gdLst>
                  <a:gd name="textAreaLeft" fmla="*/ 0 w 335160"/>
                  <a:gd name="textAreaRight" fmla="*/ 335520 w 335160"/>
                  <a:gd name="textAreaTop" fmla="*/ 0 h 700920"/>
                  <a:gd name="textAreaBottom" fmla="*/ 701280 h 700920"/>
                </a:gdLst>
                <a:ahLst/>
                <a:cxnLst/>
                <a:rect l="textAreaLeft" t="textAreaTop" r="textAreaRight" b="textAreaBottom"/>
                <a:pathLst>
                  <a:path w="154" h="322">
                    <a:moveTo>
                      <a:pt x="37" y="11"/>
                    </a:moveTo>
                    <a:cubicBezTo>
                      <a:pt x="81" y="0"/>
                      <a:pt x="73" y="52"/>
                      <a:pt x="93" y="72"/>
                    </a:cubicBezTo>
                    <a:cubicBezTo>
                      <a:pt x="113" y="92"/>
                      <a:pt x="122" y="109"/>
                      <a:pt x="118" y="133"/>
                    </a:cubicBezTo>
                    <a:cubicBezTo>
                      <a:pt x="115" y="157"/>
                      <a:pt x="119" y="167"/>
                      <a:pt x="127" y="180"/>
                    </a:cubicBezTo>
                    <a:cubicBezTo>
                      <a:pt x="135" y="193"/>
                      <a:pt x="142" y="222"/>
                      <a:pt x="134" y="238"/>
                    </a:cubicBezTo>
                    <a:cubicBezTo>
                      <a:pt x="126" y="255"/>
                      <a:pt x="154" y="275"/>
                      <a:pt x="132" y="322"/>
                    </a:cubicBezTo>
                    <a:cubicBezTo>
                      <a:pt x="73" y="322"/>
                      <a:pt x="73" y="322"/>
                      <a:pt x="73" y="322"/>
                    </a:cubicBezTo>
                    <a:cubicBezTo>
                      <a:pt x="73" y="322"/>
                      <a:pt x="44" y="297"/>
                      <a:pt x="50" y="267"/>
                    </a:cubicBezTo>
                    <a:cubicBezTo>
                      <a:pt x="57" y="238"/>
                      <a:pt x="41" y="207"/>
                      <a:pt x="32" y="195"/>
                    </a:cubicBezTo>
                    <a:cubicBezTo>
                      <a:pt x="23" y="184"/>
                      <a:pt x="20" y="158"/>
                      <a:pt x="26" y="133"/>
                    </a:cubicBezTo>
                    <a:cubicBezTo>
                      <a:pt x="32" y="108"/>
                      <a:pt x="7" y="98"/>
                      <a:pt x="3" y="67"/>
                    </a:cubicBezTo>
                    <a:cubicBezTo>
                      <a:pt x="0" y="35"/>
                      <a:pt x="15" y="17"/>
                      <a:pt x="37" y="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8" name="Google Shape;1201;p33"/>
              <p:cNvSpPr/>
              <p:nvPr/>
            </p:nvSpPr>
            <p:spPr>
              <a:xfrm>
                <a:off x="2099160" y="3110040"/>
                <a:ext cx="141840" cy="623880"/>
              </a:xfrm>
              <a:custGeom>
                <a:avLst/>
                <a:gdLst>
                  <a:gd name="textAreaLeft" fmla="*/ 0 w 141840"/>
                  <a:gd name="textAreaRight" fmla="*/ 142200 w 141840"/>
                  <a:gd name="textAreaTop" fmla="*/ 0 h 623880"/>
                  <a:gd name="textAreaBottom" fmla="*/ 624240 h 623880"/>
                </a:gdLst>
                <a:ahLst/>
                <a:cxnLst/>
                <a:rect l="textAreaLeft" t="textAreaTop" r="textAreaRight" b="textAreaBottom"/>
                <a:pathLst>
                  <a:path w="65" h="287">
                    <a:moveTo>
                      <a:pt x="0" y="0"/>
                    </a:moveTo>
                    <a:cubicBezTo>
                      <a:pt x="0" y="35"/>
                      <a:pt x="26" y="98"/>
                      <a:pt x="40" y="148"/>
                    </a:cubicBezTo>
                    <a:cubicBezTo>
                      <a:pt x="55" y="197"/>
                      <a:pt x="65" y="257"/>
                      <a:pt x="64" y="287"/>
                    </a:cubicBez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9" name="Google Shape;1202;p33"/>
              <p:cNvSpPr/>
              <p:nvPr/>
            </p:nvSpPr>
            <p:spPr>
              <a:xfrm>
                <a:off x="2058120" y="3164040"/>
                <a:ext cx="102240" cy="13428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34280"/>
                  <a:gd name="textAreaBottom" fmla="*/ 134640 h 134280"/>
                </a:gdLst>
                <a:ahLst/>
                <a:cxnLst/>
                <a:rect l="textAreaLeft" t="textAreaTop" r="textAreaRight" b="textAreaBottom"/>
                <a:pathLst>
                  <a:path w="112" h="147">
                    <a:moveTo>
                      <a:pt x="112" y="0"/>
                    </a:moveTo>
                    <a:lnTo>
                      <a:pt x="95" y="147"/>
                    </a:lnTo>
                    <a:lnTo>
                      <a:pt x="0" y="24"/>
                    </a:ln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0" name="Google Shape;1203;p33"/>
              <p:cNvSpPr/>
              <p:nvPr/>
            </p:nvSpPr>
            <p:spPr>
              <a:xfrm>
                <a:off x="2097360" y="3309840"/>
                <a:ext cx="121680" cy="15624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156240"/>
                  <a:gd name="textAreaBottom" fmla="*/ 156600 h 156240"/>
                </a:gdLst>
                <a:ahLst/>
                <a:cxnLst/>
                <a:rect l="textAreaLeft" t="textAreaTop" r="textAreaRight" b="textAreaBottom"/>
                <a:pathLst>
                  <a:path w="133" h="171">
                    <a:moveTo>
                      <a:pt x="133" y="0"/>
                    </a:moveTo>
                    <a:lnTo>
                      <a:pt x="109" y="171"/>
                    </a:lnTo>
                    <a:lnTo>
                      <a:pt x="0" y="55"/>
                    </a:ln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1" name="Google Shape;1204;p33"/>
              <p:cNvSpPr/>
              <p:nvPr/>
            </p:nvSpPr>
            <p:spPr>
              <a:xfrm>
                <a:off x="2151360" y="3482280"/>
                <a:ext cx="127800" cy="164520"/>
              </a:xfrm>
              <a:custGeom>
                <a:avLst/>
                <a:gdLst>
                  <a:gd name="textAreaLeft" fmla="*/ 0 w 127800"/>
                  <a:gd name="textAreaRight" fmla="*/ 128160 w 127800"/>
                  <a:gd name="textAreaTop" fmla="*/ 0 h 164520"/>
                  <a:gd name="textAreaBottom" fmla="*/ 164880 h 164520"/>
                </a:gdLst>
                <a:ahLst/>
                <a:cxnLst/>
                <a:rect l="textAreaLeft" t="textAreaTop" r="textAreaRight" b="textAreaBottom"/>
                <a:pathLst>
                  <a:path w="140" h="180">
                    <a:moveTo>
                      <a:pt x="140" y="0"/>
                    </a:moveTo>
                    <a:lnTo>
                      <a:pt x="88" y="180"/>
                    </a:lnTo>
                    <a:lnTo>
                      <a:pt x="0" y="47"/>
                    </a:ln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2" name="Google Shape;1205;p33"/>
              <p:cNvSpPr/>
              <p:nvPr/>
            </p:nvSpPr>
            <p:spPr>
              <a:xfrm>
                <a:off x="2251440" y="3321000"/>
                <a:ext cx="320400" cy="450720"/>
              </a:xfrm>
              <a:custGeom>
                <a:avLst/>
                <a:gdLst>
                  <a:gd name="textAreaLeft" fmla="*/ 0 w 320400"/>
                  <a:gd name="textAreaRight" fmla="*/ 320760 w 320400"/>
                  <a:gd name="textAreaTop" fmla="*/ 0 h 450720"/>
                  <a:gd name="textAreaBottom" fmla="*/ 451080 h 450720"/>
                </a:gdLst>
                <a:ahLst/>
                <a:cxnLst/>
                <a:rect l="textAreaLeft" t="textAreaTop" r="textAreaRight" b="textAreaBottom"/>
                <a:pathLst>
                  <a:path w="147" h="207">
                    <a:moveTo>
                      <a:pt x="9" y="207"/>
                    </a:moveTo>
                    <a:cubicBezTo>
                      <a:pt x="9" y="207"/>
                      <a:pt x="0" y="158"/>
                      <a:pt x="10" y="128"/>
                    </a:cubicBezTo>
                    <a:cubicBezTo>
                      <a:pt x="19" y="98"/>
                      <a:pt x="43" y="92"/>
                      <a:pt x="45" y="66"/>
                    </a:cubicBezTo>
                    <a:cubicBezTo>
                      <a:pt x="48" y="26"/>
                      <a:pt x="72" y="0"/>
                      <a:pt x="103" y="4"/>
                    </a:cubicBezTo>
                    <a:cubicBezTo>
                      <a:pt x="133" y="8"/>
                      <a:pt x="147" y="55"/>
                      <a:pt x="117" y="81"/>
                    </a:cubicBezTo>
                    <a:cubicBezTo>
                      <a:pt x="106" y="91"/>
                      <a:pt x="91" y="115"/>
                      <a:pt x="93" y="135"/>
                    </a:cubicBezTo>
                    <a:cubicBezTo>
                      <a:pt x="97" y="166"/>
                      <a:pt x="58" y="185"/>
                      <a:pt x="58" y="185"/>
                    </a:cubicBezTo>
                    <a:lnTo>
                      <a:pt x="9" y="207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3" name="Google Shape;1206;p33"/>
              <p:cNvSpPr/>
              <p:nvPr/>
            </p:nvSpPr>
            <p:spPr>
              <a:xfrm>
                <a:off x="2323800" y="3403440"/>
                <a:ext cx="153720" cy="345960"/>
              </a:xfrm>
              <a:custGeom>
                <a:avLst/>
                <a:gdLst>
                  <a:gd name="textAreaLeft" fmla="*/ 0 w 153720"/>
                  <a:gd name="textAreaRight" fmla="*/ 154080 w 153720"/>
                  <a:gd name="textAreaTop" fmla="*/ 0 h 345960"/>
                  <a:gd name="textAreaBottom" fmla="*/ 346320 h 345960"/>
                </a:gdLst>
                <a:ahLst/>
                <a:cxnLst/>
                <a:rect l="textAreaLeft" t="textAreaTop" r="textAreaRight" b="textAreaBottom"/>
                <a:pathLst>
                  <a:path w="71" h="159">
                    <a:moveTo>
                      <a:pt x="71" y="0"/>
                    </a:moveTo>
                    <a:cubicBezTo>
                      <a:pt x="23" y="51"/>
                      <a:pt x="0" y="145"/>
                      <a:pt x="0" y="159"/>
                    </a:cubicBez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4" name="Google Shape;1207;p33"/>
              <p:cNvSpPr/>
              <p:nvPr/>
            </p:nvSpPr>
            <p:spPr>
              <a:xfrm>
                <a:off x="2406240" y="3398760"/>
                <a:ext cx="93240" cy="87480"/>
              </a:xfrm>
              <a:custGeom>
                <a:avLst/>
                <a:gdLst>
                  <a:gd name="textAreaLeft" fmla="*/ 0 w 93240"/>
                  <a:gd name="textAreaRight" fmla="*/ 93600 w 93240"/>
                  <a:gd name="textAreaTop" fmla="*/ 0 h 87480"/>
                  <a:gd name="textAreaBottom" fmla="*/ 87840 h 87480"/>
                </a:gdLst>
                <a:ahLst/>
                <a:cxnLst/>
                <a:rect l="textAreaLeft" t="textAreaTop" r="textAreaRight" b="textAreaBottom"/>
                <a:pathLst>
                  <a:path w="102" h="96">
                    <a:moveTo>
                      <a:pt x="0" y="0"/>
                    </a:moveTo>
                    <a:lnTo>
                      <a:pt x="12" y="96"/>
                    </a:lnTo>
                    <a:lnTo>
                      <a:pt x="102" y="50"/>
                    </a:ln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920" bIns="43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5" name="Google Shape;1208;p33"/>
              <p:cNvSpPr/>
              <p:nvPr/>
            </p:nvSpPr>
            <p:spPr>
              <a:xfrm>
                <a:off x="2352240" y="3506040"/>
                <a:ext cx="101520" cy="8856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88560"/>
                  <a:gd name="textAreaBottom" fmla="*/ 88920 h 88560"/>
                </a:gdLst>
                <a:ahLst/>
                <a:cxnLst/>
                <a:rect l="textAreaLeft" t="textAreaTop" r="textAreaRight" b="textAreaBottom"/>
                <a:pathLst>
                  <a:path w="111" h="97">
                    <a:moveTo>
                      <a:pt x="0" y="0"/>
                    </a:moveTo>
                    <a:lnTo>
                      <a:pt x="14" y="97"/>
                    </a:lnTo>
                    <a:lnTo>
                      <a:pt x="111" y="36"/>
                    </a:ln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6" name="Google Shape;1209;p33"/>
              <p:cNvSpPr/>
              <p:nvPr/>
            </p:nvSpPr>
            <p:spPr>
              <a:xfrm>
                <a:off x="2290680" y="3601440"/>
                <a:ext cx="132480" cy="102240"/>
              </a:xfrm>
              <a:custGeom>
                <a:avLst/>
                <a:gdLst>
                  <a:gd name="textAreaLeft" fmla="*/ 0 w 132480"/>
                  <a:gd name="textAreaRight" fmla="*/ 132840 w 13248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145" h="112">
                    <a:moveTo>
                      <a:pt x="0" y="0"/>
                    </a:moveTo>
                    <a:lnTo>
                      <a:pt x="45" y="112"/>
                    </a:lnTo>
                    <a:lnTo>
                      <a:pt x="145" y="48"/>
                    </a:ln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7" name="Google Shape;1210;p33"/>
              <p:cNvSpPr/>
              <p:nvPr/>
            </p:nvSpPr>
            <p:spPr>
              <a:xfrm>
                <a:off x="1838160" y="3368520"/>
                <a:ext cx="374400" cy="4028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402840"/>
                  <a:gd name="textAreaBottom" fmla="*/ 403200 h 402840"/>
                </a:gdLst>
                <a:ahLst/>
                <a:cxnLst/>
                <a:rect l="textAreaLeft" t="textAreaTop" r="textAreaRight" b="textAreaBottom"/>
                <a:pathLst>
                  <a:path w="172" h="185">
                    <a:moveTo>
                      <a:pt x="172" y="185"/>
                    </a:moveTo>
                    <a:cubicBezTo>
                      <a:pt x="172" y="185"/>
                      <a:pt x="168" y="135"/>
                      <a:pt x="152" y="109"/>
                    </a:cubicBezTo>
                    <a:cubicBezTo>
                      <a:pt x="135" y="82"/>
                      <a:pt x="110" y="82"/>
                      <a:pt x="102" y="57"/>
                    </a:cubicBezTo>
                    <a:cubicBezTo>
                      <a:pt x="89" y="20"/>
                      <a:pt x="59" y="0"/>
                      <a:pt x="31" y="11"/>
                    </a:cubicBezTo>
                    <a:cubicBezTo>
                      <a:pt x="2" y="23"/>
                      <a:pt x="0" y="72"/>
                      <a:pt x="35" y="89"/>
                    </a:cubicBezTo>
                    <a:cubicBezTo>
                      <a:pt x="49" y="96"/>
                      <a:pt x="69" y="117"/>
                      <a:pt x="72" y="136"/>
                    </a:cubicBezTo>
                    <a:cubicBezTo>
                      <a:pt x="76" y="168"/>
                      <a:pt x="119" y="176"/>
                      <a:pt x="119" y="176"/>
                    </a:cubicBezTo>
                    <a:lnTo>
                      <a:pt x="172" y="185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8" name="Google Shape;1211;p33"/>
              <p:cNvSpPr/>
              <p:nvPr/>
            </p:nvSpPr>
            <p:spPr>
              <a:xfrm>
                <a:off x="1921320" y="3466440"/>
                <a:ext cx="234360" cy="295560"/>
              </a:xfrm>
              <a:custGeom>
                <a:avLst/>
                <a:gdLst>
                  <a:gd name="textAreaLeft" fmla="*/ 0 w 234360"/>
                  <a:gd name="textAreaRight" fmla="*/ 234720 w 234360"/>
                  <a:gd name="textAreaTop" fmla="*/ 0 h 295560"/>
                  <a:gd name="textAreaBottom" fmla="*/ 295920 h 295560"/>
                </a:gdLst>
                <a:ahLst/>
                <a:cxnLst/>
                <a:rect l="textAreaLeft" t="textAreaTop" r="textAreaRight" b="textAreaBottom"/>
                <a:pathLst>
                  <a:path w="108" h="136">
                    <a:moveTo>
                      <a:pt x="0" y="0"/>
                    </a:moveTo>
                    <a:cubicBezTo>
                      <a:pt x="59" y="37"/>
                      <a:pt x="105" y="123"/>
                      <a:pt x="108" y="136"/>
                    </a:cubicBez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9" name="Google Shape;1212;p33"/>
              <p:cNvSpPr/>
              <p:nvPr/>
            </p:nvSpPr>
            <p:spPr>
              <a:xfrm>
                <a:off x="1910520" y="3444480"/>
                <a:ext cx="88560" cy="86760"/>
              </a:xfrm>
              <a:custGeom>
                <a:avLst/>
                <a:gdLst>
                  <a:gd name="textAreaLeft" fmla="*/ 0 w 88560"/>
                  <a:gd name="textAreaRight" fmla="*/ 88920 w 88560"/>
                  <a:gd name="textAreaTop" fmla="*/ 0 h 86760"/>
                  <a:gd name="textAreaBottom" fmla="*/ 87120 h 86760"/>
                </a:gdLst>
                <a:ahLst/>
                <a:cxnLst/>
                <a:rect l="textAreaLeft" t="textAreaTop" r="textAreaRight" b="textAreaBottom"/>
                <a:pathLst>
                  <a:path w="97" h="95">
                    <a:moveTo>
                      <a:pt x="85" y="0"/>
                    </a:moveTo>
                    <a:lnTo>
                      <a:pt x="97" y="95"/>
                    </a:lnTo>
                    <a:lnTo>
                      <a:pt x="0" y="74"/>
                    </a:ln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560" bIns="43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0" name="Google Shape;1213;p33"/>
              <p:cNvSpPr/>
              <p:nvPr/>
            </p:nvSpPr>
            <p:spPr>
              <a:xfrm>
                <a:off x="1977480" y="3534480"/>
                <a:ext cx="97560" cy="88560"/>
              </a:xfrm>
              <a:custGeom>
                <a:avLst/>
                <a:gdLst>
                  <a:gd name="textAreaLeft" fmla="*/ 0 w 97560"/>
                  <a:gd name="textAreaRight" fmla="*/ 97920 w 97560"/>
                  <a:gd name="textAreaTop" fmla="*/ 0 h 88560"/>
                  <a:gd name="textAreaBottom" fmla="*/ 88920 h 88560"/>
                </a:gdLst>
                <a:ahLst/>
                <a:cxnLst/>
                <a:rect l="textAreaLeft" t="textAreaTop" r="textAreaRight" b="textAreaBottom"/>
                <a:pathLst>
                  <a:path w="107" h="97">
                    <a:moveTo>
                      <a:pt x="98" y="0"/>
                    </a:moveTo>
                    <a:lnTo>
                      <a:pt x="107" y="97"/>
                    </a:lnTo>
                    <a:lnTo>
                      <a:pt x="0" y="62"/>
                    </a:ln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1" name="Google Shape;1214;p33"/>
              <p:cNvSpPr/>
              <p:nvPr/>
            </p:nvSpPr>
            <p:spPr>
              <a:xfrm>
                <a:off x="2032200" y="3610440"/>
                <a:ext cx="118800" cy="110520"/>
              </a:xfrm>
              <a:custGeom>
                <a:avLst/>
                <a:gdLst>
                  <a:gd name="textAreaLeft" fmla="*/ 0 w 118800"/>
                  <a:gd name="textAreaRight" fmla="*/ 119160 w 118800"/>
                  <a:gd name="textAreaTop" fmla="*/ 0 h 110520"/>
                  <a:gd name="textAreaBottom" fmla="*/ 110880 h 110520"/>
                </a:gdLst>
                <a:ahLst/>
                <a:cxnLst/>
                <a:rect l="textAreaLeft" t="textAreaTop" r="textAreaRight" b="textAreaBottom"/>
                <a:pathLst>
                  <a:path w="130" h="121">
                    <a:moveTo>
                      <a:pt x="130" y="0"/>
                    </a:moveTo>
                    <a:lnTo>
                      <a:pt x="114" y="121"/>
                    </a:lnTo>
                    <a:lnTo>
                      <a:pt x="0" y="83"/>
                    </a:lnTo>
                  </a:path>
                </a:pathLst>
              </a:custGeom>
              <a:noFill/>
              <a:ln w="9525">
                <a:solidFill>
                  <a:srgbClr val="FFFEF4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2" name="Google Shape;1215;p33"/>
              <p:cNvSpPr/>
              <p:nvPr/>
            </p:nvSpPr>
            <p:spPr>
              <a:xfrm>
                <a:off x="1988280" y="3716640"/>
                <a:ext cx="454320" cy="448920"/>
              </a:xfrm>
              <a:custGeom>
                <a:avLst/>
                <a:gdLst>
                  <a:gd name="textAreaLeft" fmla="*/ 0 w 454320"/>
                  <a:gd name="textAreaRight" fmla="*/ 454680 w 454320"/>
                  <a:gd name="textAreaTop" fmla="*/ 0 h 448920"/>
                  <a:gd name="textAreaBottom" fmla="*/ 449280 h 448920"/>
                </a:gdLst>
                <a:ahLst/>
                <a:cxnLst/>
                <a:rect l="textAreaLeft" t="textAreaTop" r="textAreaRight" b="textAreaBottom"/>
                <a:pathLst>
                  <a:path w="496" h="490">
                    <a:moveTo>
                      <a:pt x="439" y="490"/>
                    </a:moveTo>
                    <a:lnTo>
                      <a:pt x="57" y="490"/>
                    </a:lnTo>
                    <a:lnTo>
                      <a:pt x="0" y="0"/>
                    </a:lnTo>
                    <a:lnTo>
                      <a:pt x="496" y="0"/>
                    </a:lnTo>
                    <a:lnTo>
                      <a:pt x="439" y="49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3" name="Google Shape;1216;p33"/>
              <p:cNvSpPr/>
              <p:nvPr/>
            </p:nvSpPr>
            <p:spPr>
              <a:xfrm>
                <a:off x="1977480" y="3710520"/>
                <a:ext cx="476280" cy="56520"/>
              </a:xfrm>
              <a:custGeom>
                <a:avLst/>
                <a:gdLst>
                  <a:gd name="textAreaLeft" fmla="*/ 0 w 476280"/>
                  <a:gd name="textAreaRight" fmla="*/ 476640 w 476280"/>
                  <a:gd name="textAreaTop" fmla="*/ 0 h 56520"/>
                  <a:gd name="textAreaBottom" fmla="*/ 56880 h 56520"/>
                </a:gdLst>
                <a:ahLst/>
                <a:cxnLst/>
                <a:rect l="textAreaLeft" t="textAreaTop" r="textAreaRight" b="textAreaBottom"/>
                <a:pathLst>
                  <a:path w="520" h="62">
                    <a:moveTo>
                      <a:pt x="7" y="62"/>
                    </a:moveTo>
                    <a:lnTo>
                      <a:pt x="513" y="62"/>
                    </a:lnTo>
                    <a:lnTo>
                      <a:pt x="520" y="0"/>
                    </a:lnTo>
                    <a:lnTo>
                      <a:pt x="0" y="0"/>
                    </a:lnTo>
                    <a:lnTo>
                      <a:pt x="7" y="62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8440" bIns="28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44" name="Google Shape;1217;p33"/>
            <p:cNvGrpSpPr/>
            <p:nvPr/>
          </p:nvGrpSpPr>
          <p:grpSpPr>
            <a:xfrm>
              <a:off x="2263320" y="1486800"/>
              <a:ext cx="506520" cy="898920"/>
              <a:chOff x="2263320" y="1486800"/>
              <a:chExt cx="506520" cy="898920"/>
            </a:xfrm>
          </p:grpSpPr>
          <p:sp>
            <p:nvSpPr>
              <p:cNvPr id="945" name="Google Shape;1218;p33"/>
              <p:cNvSpPr/>
              <p:nvPr/>
            </p:nvSpPr>
            <p:spPr>
              <a:xfrm>
                <a:off x="2263320" y="1486800"/>
                <a:ext cx="506520" cy="898920"/>
              </a:xfrm>
              <a:custGeom>
                <a:avLst/>
                <a:gdLst>
                  <a:gd name="textAreaLeft" fmla="*/ 0 w 506520"/>
                  <a:gd name="textAreaRight" fmla="*/ 506880 w 506520"/>
                  <a:gd name="textAreaTop" fmla="*/ 0 h 898920"/>
                  <a:gd name="textAreaBottom" fmla="*/ 899280 h 898920"/>
                </a:gdLst>
                <a:ahLst/>
                <a:cxnLst/>
                <a:rect l="textAreaLeft" t="textAreaTop" r="textAreaRight" b="textAreaBottom"/>
                <a:pathLst>
                  <a:path w="219" h="387">
                    <a:moveTo>
                      <a:pt x="219" y="387"/>
                    </a:moveTo>
                    <a:cubicBezTo>
                      <a:pt x="14" y="387"/>
                      <a:pt x="14" y="387"/>
                      <a:pt x="14" y="387"/>
                    </a:cubicBezTo>
                    <a:cubicBezTo>
                      <a:pt x="6" y="387"/>
                      <a:pt x="0" y="380"/>
                      <a:pt x="0" y="37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9" y="0"/>
                      <a:pt x="219" y="0"/>
                      <a:pt x="219" y="0"/>
                    </a:cubicBezTo>
                    <a:lnTo>
                      <a:pt x="219" y="387"/>
                    </a:lnTo>
                    <a:close/>
                  </a:path>
                </a:pathLst>
              </a:custGeom>
              <a:solidFill>
                <a:srgbClr val="B5B5B5">
                  <a:alpha val="34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6" name="Google Shape;1219;p33"/>
              <p:cNvSpPr/>
              <p:nvPr/>
            </p:nvSpPr>
            <p:spPr>
              <a:xfrm>
                <a:off x="2334960" y="1596600"/>
                <a:ext cx="360720" cy="36180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7" name="Google Shape;1220;p33"/>
              <p:cNvSpPr/>
              <p:nvPr/>
            </p:nvSpPr>
            <p:spPr>
              <a:xfrm>
                <a:off x="2334960" y="2135880"/>
                <a:ext cx="69120" cy="6912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8" name="Google Shape;1221;p33"/>
              <p:cNvSpPr/>
              <p:nvPr/>
            </p:nvSpPr>
            <p:spPr>
              <a:xfrm>
                <a:off x="2431800" y="2135880"/>
                <a:ext cx="69120" cy="6912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9" name="Google Shape;1222;p33"/>
              <p:cNvSpPr/>
              <p:nvPr/>
            </p:nvSpPr>
            <p:spPr>
              <a:xfrm>
                <a:off x="2530080" y="2135880"/>
                <a:ext cx="69120" cy="6912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0" name="Google Shape;1223;p33"/>
              <p:cNvSpPr/>
              <p:nvPr/>
            </p:nvSpPr>
            <p:spPr>
              <a:xfrm>
                <a:off x="2629080" y="2135880"/>
                <a:ext cx="69120" cy="69120"/>
              </a:xfrm>
              <a:prstGeom prst="ellipse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1" name="Google Shape;1224;p33"/>
              <p:cNvSpPr/>
              <p:nvPr/>
            </p:nvSpPr>
            <p:spPr>
              <a:xfrm>
                <a:off x="2334960" y="2232720"/>
                <a:ext cx="69120" cy="69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2" name="Google Shape;1225;p33"/>
              <p:cNvSpPr/>
              <p:nvPr/>
            </p:nvSpPr>
            <p:spPr>
              <a:xfrm>
                <a:off x="2431800" y="2232720"/>
                <a:ext cx="69120" cy="6912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3" name="Google Shape;1226;p33"/>
              <p:cNvSpPr/>
              <p:nvPr/>
            </p:nvSpPr>
            <p:spPr>
              <a:xfrm>
                <a:off x="2530080" y="2232720"/>
                <a:ext cx="69120" cy="6912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4" name="Google Shape;1227;p33"/>
              <p:cNvSpPr/>
              <p:nvPr/>
            </p:nvSpPr>
            <p:spPr>
              <a:xfrm>
                <a:off x="2629080" y="2232720"/>
                <a:ext cx="69120" cy="6912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955" name="Google Shape;1228;p33"/>
            <p:cNvSpPr/>
            <p:nvPr/>
          </p:nvSpPr>
          <p:spPr>
            <a:xfrm>
              <a:off x="3149640" y="1791360"/>
              <a:ext cx="586080" cy="55692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6" name="Google Shape;1229;p33"/>
            <p:cNvSpPr/>
            <p:nvPr/>
          </p:nvSpPr>
          <p:spPr>
            <a:xfrm>
              <a:off x="3617640" y="1882080"/>
              <a:ext cx="228600" cy="21708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7" name="Google Shape;1230;p33"/>
            <p:cNvSpPr/>
            <p:nvPr/>
          </p:nvSpPr>
          <p:spPr>
            <a:xfrm>
              <a:off x="2111040" y="831960"/>
              <a:ext cx="549360" cy="249480"/>
            </a:xfrm>
            <a:custGeom>
              <a:avLst/>
              <a:gdLst>
                <a:gd name="textAreaLeft" fmla="*/ 0 w 549360"/>
                <a:gd name="textAreaRight" fmla="*/ 549720 w 54936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749" h="340">
                  <a:moveTo>
                    <a:pt x="67" y="206"/>
                  </a:moveTo>
                  <a:cubicBezTo>
                    <a:pt x="94" y="206"/>
                    <a:pt x="94" y="206"/>
                    <a:pt x="94" y="206"/>
                  </a:cubicBezTo>
                  <a:cubicBezTo>
                    <a:pt x="94" y="92"/>
                    <a:pt x="186" y="0"/>
                    <a:pt x="300" y="0"/>
                  </a:cubicBezTo>
                  <a:cubicBezTo>
                    <a:pt x="384" y="0"/>
                    <a:pt x="456" y="50"/>
                    <a:pt x="488" y="122"/>
                  </a:cubicBezTo>
                  <a:cubicBezTo>
                    <a:pt x="502" y="114"/>
                    <a:pt x="519" y="109"/>
                    <a:pt x="536" y="109"/>
                  </a:cubicBezTo>
                  <a:cubicBezTo>
                    <a:pt x="590" y="109"/>
                    <a:pt x="633" y="153"/>
                    <a:pt x="633" y="206"/>
                  </a:cubicBezTo>
                  <a:cubicBezTo>
                    <a:pt x="682" y="206"/>
                    <a:pt x="682" y="206"/>
                    <a:pt x="682" y="206"/>
                  </a:cubicBezTo>
                  <a:cubicBezTo>
                    <a:pt x="719" y="206"/>
                    <a:pt x="749" y="236"/>
                    <a:pt x="749" y="273"/>
                  </a:cubicBezTo>
                  <a:cubicBezTo>
                    <a:pt x="749" y="310"/>
                    <a:pt x="719" y="340"/>
                    <a:pt x="682" y="340"/>
                  </a:cubicBezTo>
                  <a:cubicBezTo>
                    <a:pt x="67" y="340"/>
                    <a:pt x="67" y="340"/>
                    <a:pt x="67" y="340"/>
                  </a:cubicBezTo>
                  <a:cubicBezTo>
                    <a:pt x="30" y="340"/>
                    <a:pt x="0" y="310"/>
                    <a:pt x="0" y="273"/>
                  </a:cubicBezTo>
                  <a:cubicBezTo>
                    <a:pt x="0" y="236"/>
                    <a:pt x="30" y="206"/>
                    <a:pt x="67" y="206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oogle Shape;191;p7"/>
          <p:cNvGrpSpPr/>
          <p:nvPr/>
        </p:nvGrpSpPr>
        <p:grpSpPr>
          <a:xfrm>
            <a:off x="321480" y="1306800"/>
            <a:ext cx="8204040" cy="3301560"/>
            <a:chOff x="321480" y="1306800"/>
            <a:chExt cx="8204040" cy="3301560"/>
          </a:xfrm>
        </p:grpSpPr>
        <p:grpSp>
          <p:nvGrpSpPr>
            <p:cNvPr id="1029" name="Google Shape;192;p7"/>
            <p:cNvGrpSpPr/>
            <p:nvPr/>
          </p:nvGrpSpPr>
          <p:grpSpPr>
            <a:xfrm>
              <a:off x="8337240" y="3552480"/>
              <a:ext cx="188280" cy="188640"/>
              <a:chOff x="8337240" y="3552480"/>
              <a:chExt cx="188280" cy="188640"/>
            </a:xfrm>
          </p:grpSpPr>
          <p:sp>
            <p:nvSpPr>
              <p:cNvPr id="1030" name="Google Shape;193;p7"/>
              <p:cNvSpPr/>
              <p:nvPr/>
            </p:nvSpPr>
            <p:spPr>
              <a:xfrm>
                <a:off x="8407800" y="36410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1" name="Google Shape;194;p7"/>
              <p:cNvSpPr/>
              <p:nvPr/>
            </p:nvSpPr>
            <p:spPr>
              <a:xfrm>
                <a:off x="8476560" y="36410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2" name="Google Shape;195;p7"/>
              <p:cNvSpPr/>
              <p:nvPr/>
            </p:nvSpPr>
            <p:spPr>
              <a:xfrm>
                <a:off x="8337240" y="36410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3" name="Google Shape;196;p7"/>
              <p:cNvSpPr/>
              <p:nvPr/>
            </p:nvSpPr>
            <p:spPr>
              <a:xfrm>
                <a:off x="8424360" y="362376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4" name="Google Shape;197;p7"/>
              <p:cNvSpPr/>
              <p:nvPr/>
            </p:nvSpPr>
            <p:spPr>
              <a:xfrm>
                <a:off x="8424360" y="369324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5" name="Google Shape;198;p7"/>
              <p:cNvSpPr/>
              <p:nvPr/>
            </p:nvSpPr>
            <p:spPr>
              <a:xfrm>
                <a:off x="8424360" y="35524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36" name="Google Shape;199;p7"/>
            <p:cNvGrpSpPr/>
            <p:nvPr/>
          </p:nvGrpSpPr>
          <p:grpSpPr>
            <a:xfrm>
              <a:off x="7239600" y="4419720"/>
              <a:ext cx="187920" cy="188640"/>
              <a:chOff x="7239600" y="4419720"/>
              <a:chExt cx="187920" cy="188640"/>
            </a:xfrm>
          </p:grpSpPr>
          <p:sp>
            <p:nvSpPr>
              <p:cNvPr id="1037" name="Google Shape;200;p7"/>
              <p:cNvSpPr/>
              <p:nvPr/>
            </p:nvSpPr>
            <p:spPr>
              <a:xfrm>
                <a:off x="7309800" y="45082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8" name="Google Shape;201;p7"/>
              <p:cNvSpPr/>
              <p:nvPr/>
            </p:nvSpPr>
            <p:spPr>
              <a:xfrm>
                <a:off x="7378560" y="45082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9" name="Google Shape;202;p7"/>
              <p:cNvSpPr/>
              <p:nvPr/>
            </p:nvSpPr>
            <p:spPr>
              <a:xfrm>
                <a:off x="7239600" y="45082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0" name="Google Shape;203;p7"/>
              <p:cNvSpPr/>
              <p:nvPr/>
            </p:nvSpPr>
            <p:spPr>
              <a:xfrm>
                <a:off x="7326720" y="44910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1" name="Google Shape;204;p7"/>
              <p:cNvSpPr/>
              <p:nvPr/>
            </p:nvSpPr>
            <p:spPr>
              <a:xfrm>
                <a:off x="7326720" y="45604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2" name="Google Shape;205;p7"/>
              <p:cNvSpPr/>
              <p:nvPr/>
            </p:nvSpPr>
            <p:spPr>
              <a:xfrm>
                <a:off x="7326720" y="44197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43" name="Google Shape;206;p7"/>
            <p:cNvGrpSpPr/>
            <p:nvPr/>
          </p:nvGrpSpPr>
          <p:grpSpPr>
            <a:xfrm>
              <a:off x="321480" y="2044440"/>
              <a:ext cx="188280" cy="188280"/>
              <a:chOff x="321480" y="2044440"/>
              <a:chExt cx="188280" cy="188280"/>
            </a:xfrm>
          </p:grpSpPr>
          <p:sp>
            <p:nvSpPr>
              <p:cNvPr id="1044" name="Google Shape;207;p7"/>
              <p:cNvSpPr/>
              <p:nvPr/>
            </p:nvSpPr>
            <p:spPr>
              <a:xfrm>
                <a:off x="391680" y="21330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5" name="Google Shape;208;p7"/>
              <p:cNvSpPr/>
              <p:nvPr/>
            </p:nvSpPr>
            <p:spPr>
              <a:xfrm>
                <a:off x="460800" y="21330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6" name="Google Shape;209;p7"/>
              <p:cNvSpPr/>
              <p:nvPr/>
            </p:nvSpPr>
            <p:spPr>
              <a:xfrm>
                <a:off x="321480" y="21330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7" name="Google Shape;210;p7"/>
              <p:cNvSpPr/>
              <p:nvPr/>
            </p:nvSpPr>
            <p:spPr>
              <a:xfrm>
                <a:off x="408600" y="21157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8" name="Google Shape;211;p7"/>
              <p:cNvSpPr/>
              <p:nvPr/>
            </p:nvSpPr>
            <p:spPr>
              <a:xfrm>
                <a:off x="408600" y="218484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9" name="Google Shape;212;p7"/>
              <p:cNvSpPr/>
              <p:nvPr/>
            </p:nvSpPr>
            <p:spPr>
              <a:xfrm>
                <a:off x="408600" y="20444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0" name="Google Shape;213;p7"/>
            <p:cNvGrpSpPr/>
            <p:nvPr/>
          </p:nvGrpSpPr>
          <p:grpSpPr>
            <a:xfrm>
              <a:off x="717480" y="1306800"/>
              <a:ext cx="187920" cy="188280"/>
              <a:chOff x="717480" y="1306800"/>
              <a:chExt cx="187920" cy="188280"/>
            </a:xfrm>
          </p:grpSpPr>
          <p:sp>
            <p:nvSpPr>
              <p:cNvPr id="1051" name="Google Shape;214;p7"/>
              <p:cNvSpPr/>
              <p:nvPr/>
            </p:nvSpPr>
            <p:spPr>
              <a:xfrm>
                <a:off x="787680" y="13953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2" name="Google Shape;215;p7"/>
              <p:cNvSpPr/>
              <p:nvPr/>
            </p:nvSpPr>
            <p:spPr>
              <a:xfrm>
                <a:off x="856440" y="13953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3" name="Google Shape;216;p7"/>
              <p:cNvSpPr/>
              <p:nvPr/>
            </p:nvSpPr>
            <p:spPr>
              <a:xfrm>
                <a:off x="717480" y="139536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4" name="Google Shape;217;p7"/>
              <p:cNvSpPr/>
              <p:nvPr/>
            </p:nvSpPr>
            <p:spPr>
              <a:xfrm>
                <a:off x="804600" y="13780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5" name="Google Shape;218;p7"/>
              <p:cNvSpPr/>
              <p:nvPr/>
            </p:nvSpPr>
            <p:spPr>
              <a:xfrm>
                <a:off x="804600" y="14472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6" name="Google Shape;219;p7"/>
              <p:cNvSpPr/>
              <p:nvPr/>
            </p:nvSpPr>
            <p:spPr>
              <a:xfrm>
                <a:off x="804600" y="13068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57" name="Google Shape;220;p7"/>
          <p:cNvGrpSpPr/>
          <p:nvPr/>
        </p:nvGrpSpPr>
        <p:grpSpPr>
          <a:xfrm>
            <a:off x="-2213640" y="-1281960"/>
            <a:ext cx="12853440" cy="7753320"/>
            <a:chOff x="-2213640" y="-1281960"/>
            <a:chExt cx="12853440" cy="7753320"/>
          </a:xfrm>
        </p:grpSpPr>
        <p:sp>
          <p:nvSpPr>
            <p:cNvPr id="1058" name="Google Shape;221;p7"/>
            <p:cNvSpPr/>
            <p:nvPr/>
          </p:nvSpPr>
          <p:spPr>
            <a:xfrm rot="14629200">
              <a:off x="-120600" y="-865440"/>
              <a:ext cx="1980000" cy="1689840"/>
            </a:xfrm>
            <a:custGeom>
              <a:avLst/>
              <a:gdLst>
                <a:gd name="textAreaLeft" fmla="*/ 0 w 1980000"/>
                <a:gd name="textAreaRight" fmla="*/ 1980360 w 1980000"/>
                <a:gd name="textAreaTop" fmla="*/ 0 h 1689840"/>
                <a:gd name="textAreaBottom" fmla="*/ 1690200 h 1689840"/>
              </a:gdLst>
              <a:ahLst/>
              <a:cxnLst/>
              <a:rect l="textAreaLeft" t="textAreaTop" r="textAreaRight" b="textAreaBottom"/>
              <a:pathLst>
                <a:path w="1480978" h="1263926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4EB6FA">
                <a:alpha val="3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9" name="Google Shape;222;p7"/>
            <p:cNvSpPr/>
            <p:nvPr/>
          </p:nvSpPr>
          <p:spPr>
            <a:xfrm rot="7323000">
              <a:off x="7530840" y="3903840"/>
              <a:ext cx="3058200" cy="1661040"/>
            </a:xfrm>
            <a:custGeom>
              <a:avLst/>
              <a:gdLst>
                <a:gd name="textAreaLeft" fmla="*/ 0 w 3058200"/>
                <a:gd name="textAreaRight" fmla="*/ 3058560 w 3058200"/>
                <a:gd name="textAreaTop" fmla="*/ 0 h 1661040"/>
                <a:gd name="textAreaBottom" fmla="*/ 1661400 h 1661040"/>
              </a:gdLst>
              <a:ahLst/>
              <a:cxnLst/>
              <a:rect l="textAreaLeft" t="textAreaTop" r="textAreaRight" b="textAreaBottom"/>
              <a:pathLst>
                <a:path w="1602734" h="1249425">
                  <a:moveTo>
                    <a:pt x="839130" y="6411"/>
                  </a:moveTo>
                  <a:cubicBezTo>
                    <a:pt x="626223" y="-20549"/>
                    <a:pt x="400853" y="37769"/>
                    <a:pt x="237222" y="176639"/>
                  </a:cubicBezTo>
                  <a:cubicBezTo>
                    <a:pt x="73592" y="315510"/>
                    <a:pt x="-21622" y="535911"/>
                    <a:pt x="4197" y="748981"/>
                  </a:cubicBezTo>
                  <a:cubicBezTo>
                    <a:pt x="30016" y="962051"/>
                    <a:pt x="182489" y="1158343"/>
                    <a:pt x="387252" y="1222688"/>
                  </a:cubicBezTo>
                  <a:cubicBezTo>
                    <a:pt x="525226" y="1266019"/>
                    <a:pt x="675010" y="1250706"/>
                    <a:pt x="816162" y="1219023"/>
                  </a:cubicBezTo>
                  <a:cubicBezTo>
                    <a:pt x="957313" y="1187339"/>
                    <a:pt x="1095124" y="1139854"/>
                    <a:pt x="1238230" y="1119004"/>
                  </a:cubicBezTo>
                  <a:cubicBezTo>
                    <a:pt x="1299642" y="1110044"/>
                    <a:pt x="1362928" y="1105809"/>
                    <a:pt x="1419698" y="1080804"/>
                  </a:cubicBezTo>
                  <a:cubicBezTo>
                    <a:pt x="1515890" y="1038451"/>
                    <a:pt x="1579827" y="939572"/>
                    <a:pt x="1597175" y="835887"/>
                  </a:cubicBezTo>
                  <a:cubicBezTo>
                    <a:pt x="1614443" y="732284"/>
                    <a:pt x="1589845" y="625097"/>
                    <a:pt x="1546107" y="529558"/>
                  </a:cubicBezTo>
                  <a:cubicBezTo>
                    <a:pt x="1415707" y="244812"/>
                    <a:pt x="1152709" y="46077"/>
                    <a:pt x="839130" y="6411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0" name="Google Shape;223;p7"/>
            <p:cNvSpPr/>
            <p:nvPr/>
          </p:nvSpPr>
          <p:spPr>
            <a:xfrm rot="20767800">
              <a:off x="6508800" y="4100400"/>
              <a:ext cx="3966840" cy="1850040"/>
            </a:xfrm>
            <a:custGeom>
              <a:avLst/>
              <a:gdLst>
                <a:gd name="textAreaLeft" fmla="*/ 0 w 3966840"/>
                <a:gd name="textAreaRight" fmla="*/ 3967200 w 3966840"/>
                <a:gd name="textAreaTop" fmla="*/ 0 h 1850040"/>
                <a:gd name="textAreaBottom" fmla="*/ 1850400 h 1850040"/>
              </a:gdLst>
              <a:ahLst/>
              <a:cxnLst/>
              <a:rect l="textAreaLeft" t="textAreaTop" r="textAreaRight" b="textAreaBottom"/>
              <a:pathLst>
                <a:path w="749" h="940">
                  <a:moveTo>
                    <a:pt x="523" y="343"/>
                  </a:moveTo>
                  <a:cubicBezTo>
                    <a:pt x="445" y="317"/>
                    <a:pt x="491" y="0"/>
                    <a:pt x="364" y="0"/>
                  </a:cubicBezTo>
                  <a:cubicBezTo>
                    <a:pt x="237" y="0"/>
                    <a:pt x="251" y="362"/>
                    <a:pt x="212" y="363"/>
                  </a:cubicBezTo>
                  <a:cubicBezTo>
                    <a:pt x="173" y="365"/>
                    <a:pt x="159" y="210"/>
                    <a:pt x="104" y="217"/>
                  </a:cubicBezTo>
                  <a:cubicBezTo>
                    <a:pt x="48" y="224"/>
                    <a:pt x="0" y="470"/>
                    <a:pt x="0" y="470"/>
                  </a:cubicBezTo>
                  <a:cubicBezTo>
                    <a:pt x="0" y="470"/>
                    <a:pt x="0" y="470"/>
                    <a:pt x="0" y="470"/>
                  </a:cubicBezTo>
                  <a:cubicBezTo>
                    <a:pt x="0" y="470"/>
                    <a:pt x="48" y="716"/>
                    <a:pt x="104" y="723"/>
                  </a:cubicBezTo>
                  <a:cubicBezTo>
                    <a:pt x="159" y="730"/>
                    <a:pt x="173" y="574"/>
                    <a:pt x="212" y="576"/>
                  </a:cubicBezTo>
                  <a:cubicBezTo>
                    <a:pt x="251" y="578"/>
                    <a:pt x="237" y="939"/>
                    <a:pt x="364" y="939"/>
                  </a:cubicBezTo>
                  <a:cubicBezTo>
                    <a:pt x="491" y="940"/>
                    <a:pt x="445" y="623"/>
                    <a:pt x="523" y="596"/>
                  </a:cubicBezTo>
                  <a:cubicBezTo>
                    <a:pt x="601" y="570"/>
                    <a:pt x="749" y="636"/>
                    <a:pt x="749" y="470"/>
                  </a:cubicBezTo>
                  <a:cubicBezTo>
                    <a:pt x="749" y="304"/>
                    <a:pt x="601" y="370"/>
                    <a:pt x="523" y="34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1" name="Google Shape;224;p7"/>
            <p:cNvSpPr/>
            <p:nvPr/>
          </p:nvSpPr>
          <p:spPr>
            <a:xfrm rot="19407600">
              <a:off x="-1758600" y="-604800"/>
              <a:ext cx="3118680" cy="2557800"/>
            </a:xfrm>
            <a:custGeom>
              <a:avLst/>
              <a:gdLst>
                <a:gd name="textAreaLeft" fmla="*/ 0 w 3118680"/>
                <a:gd name="textAreaRight" fmla="*/ 3119040 w 3118680"/>
                <a:gd name="textAreaTop" fmla="*/ 0 h 2557800"/>
                <a:gd name="textAreaBottom" fmla="*/ 2558160 h 2557800"/>
              </a:gdLst>
              <a:ahLst/>
              <a:cxnLst/>
              <a:rect l="textAreaLeft" t="textAreaTop" r="textAreaRight" b="textAreaBottom"/>
              <a:pathLst>
                <a:path w="1640321" h="1345239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title"/>
          </p:nvPr>
        </p:nvSpPr>
        <p:spPr>
          <a:xfrm>
            <a:off x="713160" y="1589400"/>
            <a:ext cx="3753000" cy="172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64" name="Google Shape;229;p8"/>
          <p:cNvGrpSpPr/>
          <p:nvPr/>
        </p:nvGrpSpPr>
        <p:grpSpPr>
          <a:xfrm>
            <a:off x="608040" y="310320"/>
            <a:ext cx="8042760" cy="4500720"/>
            <a:chOff x="608040" y="310320"/>
            <a:chExt cx="8042760" cy="4500720"/>
          </a:xfrm>
        </p:grpSpPr>
        <p:grpSp>
          <p:nvGrpSpPr>
            <p:cNvPr id="1065" name="Google Shape;230;p8"/>
            <p:cNvGrpSpPr/>
            <p:nvPr/>
          </p:nvGrpSpPr>
          <p:grpSpPr>
            <a:xfrm>
              <a:off x="608040" y="564120"/>
              <a:ext cx="326880" cy="327960"/>
              <a:chOff x="608040" y="564120"/>
              <a:chExt cx="326880" cy="327960"/>
            </a:xfrm>
          </p:grpSpPr>
          <p:sp>
            <p:nvSpPr>
              <p:cNvPr id="1066" name="Google Shape;231;p8"/>
              <p:cNvSpPr/>
              <p:nvPr/>
            </p:nvSpPr>
            <p:spPr>
              <a:xfrm>
                <a:off x="749520" y="7228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7" name="Google Shape;232;p8"/>
              <p:cNvSpPr/>
              <p:nvPr/>
            </p:nvSpPr>
            <p:spPr>
              <a:xfrm>
                <a:off x="818280" y="7228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8" name="Google Shape;233;p8"/>
              <p:cNvSpPr/>
              <p:nvPr/>
            </p:nvSpPr>
            <p:spPr>
              <a:xfrm>
                <a:off x="887040" y="722880"/>
                <a:ext cx="4788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9" name="Google Shape;234;p8"/>
              <p:cNvSpPr/>
              <p:nvPr/>
            </p:nvSpPr>
            <p:spPr>
              <a:xfrm>
                <a:off x="678960" y="722880"/>
                <a:ext cx="4824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0" name="Google Shape;235;p8"/>
              <p:cNvSpPr/>
              <p:nvPr/>
            </p:nvSpPr>
            <p:spPr>
              <a:xfrm>
                <a:off x="608040" y="7228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1" name="Google Shape;236;p8"/>
              <p:cNvSpPr/>
              <p:nvPr/>
            </p:nvSpPr>
            <p:spPr>
              <a:xfrm>
                <a:off x="766800" y="7056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2" name="Google Shape;237;p8"/>
              <p:cNvSpPr/>
              <p:nvPr/>
            </p:nvSpPr>
            <p:spPr>
              <a:xfrm>
                <a:off x="766800" y="775080"/>
                <a:ext cx="1224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3" name="Google Shape;238;p8"/>
              <p:cNvSpPr/>
              <p:nvPr/>
            </p:nvSpPr>
            <p:spPr>
              <a:xfrm>
                <a:off x="766800" y="84276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4" name="Google Shape;239;p8"/>
              <p:cNvSpPr/>
              <p:nvPr/>
            </p:nvSpPr>
            <p:spPr>
              <a:xfrm>
                <a:off x="766800" y="6343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5" name="Google Shape;240;p8"/>
              <p:cNvSpPr/>
              <p:nvPr/>
            </p:nvSpPr>
            <p:spPr>
              <a:xfrm>
                <a:off x="766800" y="5641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76" name="Google Shape;241;p8"/>
            <p:cNvGrpSpPr/>
            <p:nvPr/>
          </p:nvGrpSpPr>
          <p:grpSpPr>
            <a:xfrm>
              <a:off x="8324280" y="4482720"/>
              <a:ext cx="326520" cy="328320"/>
              <a:chOff x="8324280" y="4482720"/>
              <a:chExt cx="326520" cy="328320"/>
            </a:xfrm>
          </p:grpSpPr>
          <p:sp>
            <p:nvSpPr>
              <p:cNvPr id="1077" name="Google Shape;242;p8"/>
              <p:cNvSpPr/>
              <p:nvPr/>
            </p:nvSpPr>
            <p:spPr>
              <a:xfrm>
                <a:off x="8465400" y="46418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8" name="Google Shape;243;p8"/>
              <p:cNvSpPr/>
              <p:nvPr/>
            </p:nvSpPr>
            <p:spPr>
              <a:xfrm>
                <a:off x="8534160" y="46418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9" name="Google Shape;244;p8"/>
              <p:cNvSpPr/>
              <p:nvPr/>
            </p:nvSpPr>
            <p:spPr>
              <a:xfrm>
                <a:off x="8602920" y="4641840"/>
                <a:ext cx="4788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0" name="Google Shape;245;p8"/>
              <p:cNvSpPr/>
              <p:nvPr/>
            </p:nvSpPr>
            <p:spPr>
              <a:xfrm>
                <a:off x="8395200" y="4641840"/>
                <a:ext cx="4824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1" name="Google Shape;246;p8"/>
              <p:cNvSpPr/>
              <p:nvPr/>
            </p:nvSpPr>
            <p:spPr>
              <a:xfrm>
                <a:off x="8324280" y="46418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2" name="Google Shape;247;p8"/>
              <p:cNvSpPr/>
              <p:nvPr/>
            </p:nvSpPr>
            <p:spPr>
              <a:xfrm>
                <a:off x="8482680" y="46242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3" name="Google Shape;248;p8"/>
              <p:cNvSpPr/>
              <p:nvPr/>
            </p:nvSpPr>
            <p:spPr>
              <a:xfrm>
                <a:off x="8482680" y="4693680"/>
                <a:ext cx="1224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4" name="Google Shape;249;p8"/>
              <p:cNvSpPr/>
              <p:nvPr/>
            </p:nvSpPr>
            <p:spPr>
              <a:xfrm>
                <a:off x="8482680" y="47617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5" name="Google Shape;250;p8"/>
              <p:cNvSpPr/>
              <p:nvPr/>
            </p:nvSpPr>
            <p:spPr>
              <a:xfrm>
                <a:off x="8482680" y="45529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6" name="Google Shape;251;p8"/>
              <p:cNvSpPr/>
              <p:nvPr/>
            </p:nvSpPr>
            <p:spPr>
              <a:xfrm>
                <a:off x="8482680" y="44827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87" name="Google Shape;252;p8"/>
            <p:cNvGrpSpPr/>
            <p:nvPr/>
          </p:nvGrpSpPr>
          <p:grpSpPr>
            <a:xfrm>
              <a:off x="8430840" y="310320"/>
              <a:ext cx="188280" cy="188640"/>
              <a:chOff x="8430840" y="310320"/>
              <a:chExt cx="188280" cy="188640"/>
            </a:xfrm>
          </p:grpSpPr>
          <p:sp>
            <p:nvSpPr>
              <p:cNvPr id="1088" name="Google Shape;253;p8"/>
              <p:cNvSpPr/>
              <p:nvPr/>
            </p:nvSpPr>
            <p:spPr>
              <a:xfrm>
                <a:off x="8501040" y="39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9" name="Google Shape;254;p8"/>
              <p:cNvSpPr/>
              <p:nvPr/>
            </p:nvSpPr>
            <p:spPr>
              <a:xfrm>
                <a:off x="8570160" y="399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0" name="Google Shape;255;p8"/>
              <p:cNvSpPr/>
              <p:nvPr/>
            </p:nvSpPr>
            <p:spPr>
              <a:xfrm>
                <a:off x="8430840" y="399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1" name="Google Shape;256;p8"/>
              <p:cNvSpPr/>
              <p:nvPr/>
            </p:nvSpPr>
            <p:spPr>
              <a:xfrm>
                <a:off x="8517960" y="38160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2" name="Google Shape;257;p8"/>
              <p:cNvSpPr/>
              <p:nvPr/>
            </p:nvSpPr>
            <p:spPr>
              <a:xfrm>
                <a:off x="8517960" y="45108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3" name="Google Shape;258;p8"/>
              <p:cNvSpPr/>
              <p:nvPr/>
            </p:nvSpPr>
            <p:spPr>
              <a:xfrm>
                <a:off x="8517960" y="3103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94" name="Google Shape;259;p8"/>
          <p:cNvGrpSpPr/>
          <p:nvPr/>
        </p:nvGrpSpPr>
        <p:grpSpPr>
          <a:xfrm>
            <a:off x="-1708920" y="-2440080"/>
            <a:ext cx="4975560" cy="9641160"/>
            <a:chOff x="-1708920" y="-2440080"/>
            <a:chExt cx="4975560" cy="9641160"/>
          </a:xfrm>
        </p:grpSpPr>
        <p:sp>
          <p:nvSpPr>
            <p:cNvPr id="1095" name="Google Shape;260;p8"/>
            <p:cNvSpPr/>
            <p:nvPr/>
          </p:nvSpPr>
          <p:spPr>
            <a:xfrm rot="14629800">
              <a:off x="-1411200" y="4138560"/>
              <a:ext cx="2879280" cy="2457000"/>
            </a:xfrm>
            <a:custGeom>
              <a:avLst/>
              <a:gdLst>
                <a:gd name="textAreaLeft" fmla="*/ 0 w 2879280"/>
                <a:gd name="textAreaRight" fmla="*/ 2879640 w 2879280"/>
                <a:gd name="textAreaTop" fmla="*/ 0 h 2457000"/>
                <a:gd name="textAreaBottom" fmla="*/ 2457360 h 2457000"/>
              </a:gdLst>
              <a:ahLst/>
              <a:cxnLst/>
              <a:rect l="textAreaLeft" t="textAreaTop" r="textAreaRight" b="textAreaBottom"/>
              <a:pathLst>
                <a:path w="1480978" h="1263926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6" name="Google Shape;261;p8"/>
            <p:cNvSpPr/>
            <p:nvPr/>
          </p:nvSpPr>
          <p:spPr>
            <a:xfrm rot="2885400">
              <a:off x="-285480" y="-1704240"/>
              <a:ext cx="3118320" cy="2557440"/>
            </a:xfrm>
            <a:custGeom>
              <a:avLst/>
              <a:gdLst>
                <a:gd name="textAreaLeft" fmla="*/ 0 w 3118320"/>
                <a:gd name="textAreaRight" fmla="*/ 3118680 w 3118320"/>
                <a:gd name="textAreaTop" fmla="*/ 0 h 2557440"/>
                <a:gd name="textAreaBottom" fmla="*/ 2557800 h 2557440"/>
              </a:gdLst>
              <a:ahLst/>
              <a:cxnLst/>
              <a:rect l="textAreaLeft" t="textAreaTop" r="textAreaRight" b="textAreaBottom"/>
              <a:pathLst>
                <a:path w="1640321" h="1345239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body"/>
          </p:nvPr>
        </p:nvSpPr>
        <p:spPr>
          <a:xfrm>
            <a:off x="0" y="-1368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37" name="PlaceHolder 2"/>
          <p:cNvSpPr>
            <a:spLocks noGrp="1"/>
          </p:cNvSpPr>
          <p:nvPr>
            <p:ph type="title"/>
          </p:nvPr>
        </p:nvSpPr>
        <p:spPr>
          <a:xfrm>
            <a:off x="713160" y="37857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title"/>
          </p:nvPr>
        </p:nvSpPr>
        <p:spPr>
          <a:xfrm>
            <a:off x="716760" y="51120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13160" y="630720"/>
            <a:ext cx="4142160" cy="219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8" name="Google Shape;11;p2"/>
          <p:cNvGrpSpPr/>
          <p:nvPr/>
        </p:nvGrpSpPr>
        <p:grpSpPr>
          <a:xfrm>
            <a:off x="-1986120" y="-2678040"/>
            <a:ext cx="12760920" cy="9508680"/>
            <a:chOff x="-1986120" y="-2678040"/>
            <a:chExt cx="12760920" cy="950868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-1557720" y="3327480"/>
              <a:ext cx="3074760" cy="3931200"/>
            </a:xfrm>
            <a:custGeom>
              <a:avLst/>
              <a:gdLst>
                <a:gd name="textAreaLeft" fmla="*/ 0 w 3074760"/>
                <a:gd name="textAreaRight" fmla="*/ 3075120 w 3074760"/>
                <a:gd name="textAreaTop" fmla="*/ 0 h 3931200"/>
                <a:gd name="textAreaBottom" fmla="*/ 3931560 h 3931200"/>
              </a:gdLst>
              <a:ahLst/>
              <a:cxnLst/>
              <a:rect l="textAreaLeft" t="textAreaTop" r="textAreaRight" b="textAreaBottom"/>
              <a:pathLst>
                <a:path w="813" h="1039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4323000">
              <a:off x="6893280" y="-2574720"/>
              <a:ext cx="3074760" cy="3931200"/>
            </a:xfrm>
            <a:custGeom>
              <a:avLst/>
              <a:gdLst>
                <a:gd name="textAreaLeft" fmla="*/ 0 w 3074760"/>
                <a:gd name="textAreaRight" fmla="*/ 3075120 w 3074760"/>
                <a:gd name="textAreaTop" fmla="*/ 0 h 3931200"/>
                <a:gd name="textAreaBottom" fmla="*/ 3931560 h 3931200"/>
              </a:gdLst>
              <a:ahLst/>
              <a:cxnLst/>
              <a:rect l="textAreaLeft" t="textAreaTop" r="textAreaRight" b="textAreaBottom"/>
              <a:pathLst>
                <a:path w="813" h="1039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" name="Google Shape;14;p2"/>
          <p:cNvGrpSpPr/>
          <p:nvPr/>
        </p:nvGrpSpPr>
        <p:grpSpPr>
          <a:xfrm>
            <a:off x="3044520" y="444960"/>
            <a:ext cx="5522040" cy="4257720"/>
            <a:chOff x="3044520" y="444960"/>
            <a:chExt cx="5522040" cy="4257720"/>
          </a:xfrm>
        </p:grpSpPr>
        <p:grpSp>
          <p:nvGrpSpPr>
            <p:cNvPr id="5" name="Google Shape;15;p2"/>
            <p:cNvGrpSpPr/>
            <p:nvPr/>
          </p:nvGrpSpPr>
          <p:grpSpPr>
            <a:xfrm>
              <a:off x="4441320" y="444960"/>
              <a:ext cx="188280" cy="188640"/>
              <a:chOff x="4441320" y="444960"/>
              <a:chExt cx="188280" cy="188640"/>
            </a:xfrm>
          </p:grpSpPr>
          <p:sp>
            <p:nvSpPr>
              <p:cNvPr id="6" name="Google Shape;16;p2"/>
              <p:cNvSpPr/>
              <p:nvPr/>
            </p:nvSpPr>
            <p:spPr>
              <a:xfrm>
                <a:off x="4511520" y="5338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" name="Google Shape;17;p2"/>
              <p:cNvSpPr/>
              <p:nvPr/>
            </p:nvSpPr>
            <p:spPr>
              <a:xfrm>
                <a:off x="4580640" y="5338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18;p2"/>
              <p:cNvSpPr/>
              <p:nvPr/>
            </p:nvSpPr>
            <p:spPr>
              <a:xfrm>
                <a:off x="4441320" y="5338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" name="Google Shape;19;p2"/>
              <p:cNvSpPr/>
              <p:nvPr/>
            </p:nvSpPr>
            <p:spPr>
              <a:xfrm>
                <a:off x="4528440" y="5162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" name="Google Shape;20;p2"/>
              <p:cNvSpPr/>
              <p:nvPr/>
            </p:nvSpPr>
            <p:spPr>
              <a:xfrm>
                <a:off x="4528440" y="58572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" name="Google Shape;21;p2"/>
              <p:cNvSpPr/>
              <p:nvPr/>
            </p:nvSpPr>
            <p:spPr>
              <a:xfrm>
                <a:off x="4528440" y="44496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" name="Google Shape;22;p2"/>
            <p:cNvGrpSpPr/>
            <p:nvPr/>
          </p:nvGrpSpPr>
          <p:grpSpPr>
            <a:xfrm>
              <a:off x="8378280" y="851040"/>
              <a:ext cx="188280" cy="188640"/>
              <a:chOff x="8378280" y="851040"/>
              <a:chExt cx="188280" cy="188640"/>
            </a:xfrm>
          </p:grpSpPr>
          <p:sp>
            <p:nvSpPr>
              <p:cNvPr id="13" name="Google Shape;23;p2"/>
              <p:cNvSpPr/>
              <p:nvPr/>
            </p:nvSpPr>
            <p:spPr>
              <a:xfrm>
                <a:off x="8448840" y="9396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24;p2"/>
              <p:cNvSpPr/>
              <p:nvPr/>
            </p:nvSpPr>
            <p:spPr>
              <a:xfrm>
                <a:off x="8517600" y="9396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25;p2"/>
              <p:cNvSpPr/>
              <p:nvPr/>
            </p:nvSpPr>
            <p:spPr>
              <a:xfrm>
                <a:off x="8378280" y="9396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6;p2"/>
              <p:cNvSpPr/>
              <p:nvPr/>
            </p:nvSpPr>
            <p:spPr>
              <a:xfrm>
                <a:off x="8465400" y="9223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27;p2"/>
              <p:cNvSpPr/>
              <p:nvPr/>
            </p:nvSpPr>
            <p:spPr>
              <a:xfrm>
                <a:off x="8465400" y="9918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28;p2"/>
              <p:cNvSpPr/>
              <p:nvPr/>
            </p:nvSpPr>
            <p:spPr>
              <a:xfrm>
                <a:off x="8465400" y="8510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" name="Google Shape;29;p2"/>
            <p:cNvGrpSpPr/>
            <p:nvPr/>
          </p:nvGrpSpPr>
          <p:grpSpPr>
            <a:xfrm>
              <a:off x="3044520" y="4514040"/>
              <a:ext cx="187920" cy="188640"/>
              <a:chOff x="3044520" y="4514040"/>
              <a:chExt cx="187920" cy="188640"/>
            </a:xfrm>
          </p:grpSpPr>
          <p:sp>
            <p:nvSpPr>
              <p:cNvPr id="20" name="Google Shape;30;p2"/>
              <p:cNvSpPr/>
              <p:nvPr/>
            </p:nvSpPr>
            <p:spPr>
              <a:xfrm>
                <a:off x="3114720" y="46029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" name="Google Shape;31;p2"/>
              <p:cNvSpPr/>
              <p:nvPr/>
            </p:nvSpPr>
            <p:spPr>
              <a:xfrm>
                <a:off x="3183480" y="460296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32;p2"/>
              <p:cNvSpPr/>
              <p:nvPr/>
            </p:nvSpPr>
            <p:spPr>
              <a:xfrm>
                <a:off x="3044520" y="460296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33;p2"/>
              <p:cNvSpPr/>
              <p:nvPr/>
            </p:nvSpPr>
            <p:spPr>
              <a:xfrm>
                <a:off x="3131640" y="458532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34;p2"/>
              <p:cNvSpPr/>
              <p:nvPr/>
            </p:nvSpPr>
            <p:spPr>
              <a:xfrm>
                <a:off x="3131640" y="465480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35;p2"/>
              <p:cNvSpPr/>
              <p:nvPr/>
            </p:nvSpPr>
            <p:spPr>
              <a:xfrm>
                <a:off x="3131640" y="451404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parser.com/blog/category/data-analysi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95219893@N08/51938140465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reativecommons.org/licenses/by/3.0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532666-37AE-C4B6-0A83-7DBCA405A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9144000" cy="510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1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PlaceHolder 1"/>
          <p:cNvSpPr>
            <a:spLocks noGrp="1"/>
          </p:cNvSpPr>
          <p:nvPr>
            <p:ph type="subTitle"/>
          </p:nvPr>
        </p:nvSpPr>
        <p:spPr>
          <a:xfrm>
            <a:off x="364505" y="2904313"/>
            <a:ext cx="3873960" cy="35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70000" lnSpcReduction="2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Making sense of AI data tools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40" name="PlaceHolder 2"/>
          <p:cNvSpPr>
            <a:spLocks noGrp="1"/>
          </p:cNvSpPr>
          <p:nvPr>
            <p:ph type="title"/>
          </p:nvPr>
        </p:nvSpPr>
        <p:spPr>
          <a:xfrm>
            <a:off x="364505" y="148725"/>
            <a:ext cx="6424031" cy="278062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3200" b="1" dirty="0"/>
              <a:t>Smart </a:t>
            </a:r>
            <a:br>
              <a:rPr lang="en-US" sz="3200" b="1" dirty="0"/>
            </a:br>
            <a:r>
              <a:rPr lang="en-US" sz="3200" b="1" dirty="0"/>
              <a:t>Sales &amp; Customer Analysis Dashboard</a:t>
            </a:r>
            <a:br>
              <a:rPr lang="en-US" sz="2800" b="1" dirty="0"/>
            </a:br>
            <a:r>
              <a:rPr lang="en-US" sz="1800" b="1" dirty="0"/>
              <a:t>Using Python &amp; Tableau</a:t>
            </a:r>
            <a:endParaRPr lang="en-US" sz="2800" b="1" dirty="0"/>
          </a:p>
        </p:txBody>
      </p:sp>
      <p:grpSp>
        <p:nvGrpSpPr>
          <p:cNvPr id="1141" name="Google Shape;1243;p37"/>
          <p:cNvGrpSpPr/>
          <p:nvPr/>
        </p:nvGrpSpPr>
        <p:grpSpPr>
          <a:xfrm>
            <a:off x="4905537" y="1230754"/>
            <a:ext cx="4179326" cy="3232826"/>
            <a:chOff x="3961800" y="957600"/>
            <a:chExt cx="4815720" cy="3699000"/>
          </a:xfrm>
        </p:grpSpPr>
        <p:grpSp>
          <p:nvGrpSpPr>
            <p:cNvPr id="1142" name="Google Shape;1244;p37"/>
            <p:cNvGrpSpPr/>
            <p:nvPr/>
          </p:nvGrpSpPr>
          <p:grpSpPr>
            <a:xfrm>
              <a:off x="5038560" y="1040040"/>
              <a:ext cx="3468600" cy="3616560"/>
              <a:chOff x="5038560" y="1040040"/>
              <a:chExt cx="3468600" cy="3616560"/>
            </a:xfrm>
          </p:grpSpPr>
          <p:sp>
            <p:nvSpPr>
              <p:cNvPr id="1143" name="Google Shape;1245;p37"/>
              <p:cNvSpPr/>
              <p:nvPr/>
            </p:nvSpPr>
            <p:spPr>
              <a:xfrm flipH="1">
                <a:off x="6487560" y="1040040"/>
                <a:ext cx="2019240" cy="3616560"/>
              </a:xfrm>
              <a:custGeom>
                <a:avLst/>
                <a:gdLst>
                  <a:gd name="textAreaLeft" fmla="*/ -360 w 2019240"/>
                  <a:gd name="textAreaRight" fmla="*/ 2019240 w 2019240"/>
                  <a:gd name="textAreaTop" fmla="*/ 0 h 3616560"/>
                  <a:gd name="textAreaBottom" fmla="*/ 3616920 h 3616560"/>
                </a:gdLst>
                <a:ahLst/>
                <a:cxnLst/>
                <a:rect l="textAreaLeft" t="textAreaTop" r="textAreaRight" b="textAreaBottom"/>
                <a:pathLst>
                  <a:path w="636" h="1040">
                    <a:moveTo>
                      <a:pt x="636" y="1040"/>
                    </a:moveTo>
                    <a:cubicBezTo>
                      <a:pt x="52" y="1040"/>
                      <a:pt x="52" y="1040"/>
                      <a:pt x="52" y="1040"/>
                    </a:cubicBezTo>
                    <a:cubicBezTo>
                      <a:pt x="23" y="1040"/>
                      <a:pt x="0" y="1017"/>
                      <a:pt x="0" y="988"/>
                    </a:cubicBezTo>
                    <a:cubicBezTo>
                      <a:pt x="0" y="319"/>
                      <a:pt x="0" y="319"/>
                      <a:pt x="0" y="319"/>
                    </a:cubicBezTo>
                    <a:cubicBezTo>
                      <a:pt x="0" y="143"/>
                      <a:pt x="142" y="0"/>
                      <a:pt x="318" y="0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494" y="0"/>
                      <a:pt x="636" y="143"/>
                      <a:pt x="636" y="319"/>
                    </a:cubicBezTo>
                    <a:lnTo>
                      <a:pt x="636" y="104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4" name="Google Shape;1246;p37"/>
              <p:cNvSpPr/>
              <p:nvPr/>
            </p:nvSpPr>
            <p:spPr>
              <a:xfrm flipH="1">
                <a:off x="5038200" y="1418760"/>
                <a:ext cx="2024280" cy="3237480"/>
              </a:xfrm>
              <a:custGeom>
                <a:avLst/>
                <a:gdLst>
                  <a:gd name="textAreaLeft" fmla="*/ -360 w 2024280"/>
                  <a:gd name="textAreaRight" fmla="*/ 2024280 w 2024280"/>
                  <a:gd name="textAreaTop" fmla="*/ 0 h 3237480"/>
                  <a:gd name="textAreaBottom" fmla="*/ 3237840 h 3237480"/>
                </a:gdLst>
                <a:ahLst/>
                <a:cxnLst/>
                <a:rect l="textAreaLeft" t="textAreaTop" r="textAreaRight" b="textAreaBottom"/>
                <a:pathLst>
                  <a:path w="637" h="931">
                    <a:moveTo>
                      <a:pt x="584" y="931"/>
                    </a:moveTo>
                    <a:cubicBezTo>
                      <a:pt x="0" y="931"/>
                      <a:pt x="0" y="931"/>
                      <a:pt x="0" y="931"/>
                    </a:cubicBezTo>
                    <a:cubicBezTo>
                      <a:pt x="0" y="319"/>
                      <a:pt x="0" y="319"/>
                      <a:pt x="0" y="319"/>
                    </a:cubicBezTo>
                    <a:cubicBezTo>
                      <a:pt x="0" y="143"/>
                      <a:pt x="142" y="0"/>
                      <a:pt x="318" y="0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494" y="0"/>
                      <a:pt x="637" y="143"/>
                      <a:pt x="637" y="319"/>
                    </a:cubicBezTo>
                    <a:cubicBezTo>
                      <a:pt x="637" y="879"/>
                      <a:pt x="637" y="879"/>
                      <a:pt x="637" y="879"/>
                    </a:cubicBezTo>
                    <a:cubicBezTo>
                      <a:pt x="637" y="907"/>
                      <a:pt x="613" y="931"/>
                      <a:pt x="584" y="9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45" name="Google Shape;1247;p37"/>
            <p:cNvGrpSpPr/>
            <p:nvPr/>
          </p:nvGrpSpPr>
          <p:grpSpPr>
            <a:xfrm>
              <a:off x="5154120" y="2059200"/>
              <a:ext cx="2328120" cy="1770120"/>
              <a:chOff x="5154120" y="2059200"/>
              <a:chExt cx="2328120" cy="1770120"/>
            </a:xfrm>
          </p:grpSpPr>
          <p:sp>
            <p:nvSpPr>
              <p:cNvPr id="1146" name="Google Shape;1248;p37"/>
              <p:cNvSpPr/>
              <p:nvPr/>
            </p:nvSpPr>
            <p:spPr>
              <a:xfrm>
                <a:off x="5154120" y="2059200"/>
                <a:ext cx="2328120" cy="17701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7" name="Google Shape;1249;p37"/>
              <p:cNvSpPr/>
              <p:nvPr/>
            </p:nvSpPr>
            <p:spPr>
              <a:xfrm>
                <a:off x="5774400" y="2716920"/>
                <a:ext cx="639360" cy="640800"/>
              </a:xfrm>
              <a:custGeom>
                <a:avLst/>
                <a:gdLst>
                  <a:gd name="textAreaLeft" fmla="*/ 0 w 639360"/>
                  <a:gd name="textAreaRight" fmla="*/ 639720 w 639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493" h="494">
                    <a:moveTo>
                      <a:pt x="493" y="432"/>
                    </a:moveTo>
                    <a:lnTo>
                      <a:pt x="431" y="494"/>
                    </a:lnTo>
                    <a:lnTo>
                      <a:pt x="0" y="60"/>
                    </a:lnTo>
                    <a:lnTo>
                      <a:pt x="60" y="0"/>
                    </a:lnTo>
                    <a:lnTo>
                      <a:pt x="493" y="432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8" name="Google Shape;1250;p37"/>
              <p:cNvSpPr/>
              <p:nvPr/>
            </p:nvSpPr>
            <p:spPr>
              <a:xfrm>
                <a:off x="5889960" y="2601720"/>
                <a:ext cx="636840" cy="639360"/>
              </a:xfrm>
              <a:custGeom>
                <a:avLst/>
                <a:gdLst>
                  <a:gd name="textAreaLeft" fmla="*/ 0 w 636840"/>
                  <a:gd name="textAreaRight" fmla="*/ 637200 w 636840"/>
                  <a:gd name="textAreaTop" fmla="*/ 0 h 639360"/>
                  <a:gd name="textAreaBottom" fmla="*/ 639720 h 639360"/>
                </a:gdLst>
                <a:ahLst/>
                <a:cxnLst/>
                <a:rect l="textAreaLeft" t="textAreaTop" r="textAreaRight" b="textAreaBottom"/>
                <a:pathLst>
                  <a:path w="491" h="493">
                    <a:moveTo>
                      <a:pt x="491" y="431"/>
                    </a:moveTo>
                    <a:lnTo>
                      <a:pt x="431" y="493"/>
                    </a:lnTo>
                    <a:lnTo>
                      <a:pt x="0" y="62"/>
                    </a:lnTo>
                    <a:lnTo>
                      <a:pt x="61" y="0"/>
                    </a:lnTo>
                    <a:lnTo>
                      <a:pt x="491" y="4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9" name="Google Shape;1251;p37"/>
              <p:cNvSpPr/>
              <p:nvPr/>
            </p:nvSpPr>
            <p:spPr>
              <a:xfrm>
                <a:off x="6004080" y="2484720"/>
                <a:ext cx="638280" cy="640800"/>
              </a:xfrm>
              <a:custGeom>
                <a:avLst/>
                <a:gdLst>
                  <a:gd name="textAreaLeft" fmla="*/ 0 w 638280"/>
                  <a:gd name="textAreaRight" fmla="*/ 638640 w 63828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492" h="494">
                    <a:moveTo>
                      <a:pt x="492" y="432"/>
                    </a:moveTo>
                    <a:lnTo>
                      <a:pt x="432" y="494"/>
                    </a:lnTo>
                    <a:lnTo>
                      <a:pt x="0" y="63"/>
                    </a:lnTo>
                    <a:lnTo>
                      <a:pt x="62" y="0"/>
                    </a:lnTo>
                    <a:lnTo>
                      <a:pt x="492" y="432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0" name="Google Shape;1252;p37"/>
              <p:cNvSpPr/>
              <p:nvPr/>
            </p:nvSpPr>
            <p:spPr>
              <a:xfrm>
                <a:off x="6119640" y="2369160"/>
                <a:ext cx="638280" cy="640800"/>
              </a:xfrm>
              <a:custGeom>
                <a:avLst/>
                <a:gdLst>
                  <a:gd name="textAreaLeft" fmla="*/ 0 w 638280"/>
                  <a:gd name="textAreaRight" fmla="*/ 638640 w 63828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492" h="494">
                    <a:moveTo>
                      <a:pt x="492" y="433"/>
                    </a:moveTo>
                    <a:lnTo>
                      <a:pt x="432" y="494"/>
                    </a:lnTo>
                    <a:lnTo>
                      <a:pt x="0" y="62"/>
                    </a:lnTo>
                    <a:lnTo>
                      <a:pt x="62" y="0"/>
                    </a:lnTo>
                    <a:lnTo>
                      <a:pt x="492" y="433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1" name="Google Shape;1253;p37"/>
              <p:cNvSpPr/>
              <p:nvPr/>
            </p:nvSpPr>
            <p:spPr>
              <a:xfrm>
                <a:off x="5154120" y="2059200"/>
                <a:ext cx="2328120" cy="15408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2" name="Google Shape;1254;p37"/>
              <p:cNvSpPr/>
              <p:nvPr/>
            </p:nvSpPr>
            <p:spPr>
              <a:xfrm>
                <a:off x="5243400" y="2112120"/>
                <a:ext cx="47520" cy="47520"/>
              </a:xfrm>
              <a:custGeom>
                <a:avLst/>
                <a:gdLst>
                  <a:gd name="textAreaLeft" fmla="*/ 0 w 47520"/>
                  <a:gd name="textAreaRight" fmla="*/ 47880 w 47520"/>
                  <a:gd name="textAreaTop" fmla="*/ 0 h 47520"/>
                  <a:gd name="textAreaBottom" fmla="*/ 47880 h 47520"/>
                </a:gdLst>
                <a:ahLst/>
                <a:cxnLst/>
                <a:rect l="textAreaLeft" t="textAreaTop" r="textAreaRight" b="textAreaBottom"/>
                <a:pathLst>
                  <a:path w="19" h="19">
                    <a:moveTo>
                      <a:pt x="17" y="10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3"/>
                      <a:pt x="12" y="15"/>
                      <a:pt x="9" y="15"/>
                    </a:cubicBezTo>
                    <a:cubicBezTo>
                      <a:pt x="6" y="15"/>
                      <a:pt x="4" y="13"/>
                      <a:pt x="4" y="10"/>
                    </a:cubicBezTo>
                    <a:cubicBezTo>
                      <a:pt x="4" y="7"/>
                      <a:pt x="6" y="4"/>
                      <a:pt x="9" y="4"/>
                    </a:cubicBezTo>
                    <a:cubicBezTo>
                      <a:pt x="12" y="4"/>
                      <a:pt x="15" y="7"/>
                      <a:pt x="15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19"/>
                      <a:pt x="9" y="19"/>
                    </a:cubicBezTo>
                    <a:cubicBezTo>
                      <a:pt x="15" y="19"/>
                      <a:pt x="19" y="15"/>
                      <a:pt x="19" y="1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3" name="Google Shape;1255;p37"/>
              <p:cNvSpPr/>
              <p:nvPr/>
            </p:nvSpPr>
            <p:spPr>
              <a:xfrm>
                <a:off x="5347440" y="2112120"/>
                <a:ext cx="47520" cy="47520"/>
              </a:xfrm>
              <a:custGeom>
                <a:avLst/>
                <a:gdLst>
                  <a:gd name="textAreaLeft" fmla="*/ 0 w 47520"/>
                  <a:gd name="textAreaRight" fmla="*/ 47880 w 47520"/>
                  <a:gd name="textAreaTop" fmla="*/ 0 h 47520"/>
                  <a:gd name="textAreaBottom" fmla="*/ 47880 h 47520"/>
                </a:gdLst>
                <a:ahLst/>
                <a:cxnLst/>
                <a:rect l="textAreaLeft" t="textAreaTop" r="textAreaRight" b="textAreaBottom"/>
                <a:pathLst>
                  <a:path w="19" h="19">
                    <a:moveTo>
                      <a:pt x="17" y="10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3"/>
                      <a:pt x="13" y="15"/>
                      <a:pt x="10" y="15"/>
                    </a:cubicBezTo>
                    <a:cubicBezTo>
                      <a:pt x="7" y="15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5" y="7"/>
                      <a:pt x="15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15"/>
                      <a:pt x="5" y="19"/>
                      <a:pt x="10" y="19"/>
                    </a:cubicBezTo>
                    <a:cubicBezTo>
                      <a:pt x="15" y="19"/>
                      <a:pt x="19" y="15"/>
                      <a:pt x="19" y="1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4" name="Google Shape;1256;p37"/>
              <p:cNvSpPr/>
              <p:nvPr/>
            </p:nvSpPr>
            <p:spPr>
              <a:xfrm>
                <a:off x="5452560" y="2112120"/>
                <a:ext cx="47520" cy="47520"/>
              </a:xfrm>
              <a:custGeom>
                <a:avLst/>
                <a:gdLst>
                  <a:gd name="textAreaLeft" fmla="*/ 0 w 47520"/>
                  <a:gd name="textAreaRight" fmla="*/ 47880 w 47520"/>
                  <a:gd name="textAreaTop" fmla="*/ 0 h 47520"/>
                  <a:gd name="textAreaBottom" fmla="*/ 47880 h 47520"/>
                </a:gdLst>
                <a:ahLst/>
                <a:cxnLst/>
                <a:rect l="textAreaLeft" t="textAreaTop" r="textAreaRight" b="textAreaBottom"/>
                <a:pathLst>
                  <a:path w="19" h="19">
                    <a:moveTo>
                      <a:pt x="17" y="10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3"/>
                      <a:pt x="12" y="15"/>
                      <a:pt x="9" y="15"/>
                    </a:cubicBezTo>
                    <a:cubicBezTo>
                      <a:pt x="6" y="15"/>
                      <a:pt x="4" y="13"/>
                      <a:pt x="4" y="10"/>
                    </a:cubicBezTo>
                    <a:cubicBezTo>
                      <a:pt x="4" y="7"/>
                      <a:pt x="6" y="4"/>
                      <a:pt x="9" y="4"/>
                    </a:cubicBezTo>
                    <a:cubicBezTo>
                      <a:pt x="12" y="4"/>
                      <a:pt x="15" y="7"/>
                      <a:pt x="15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4"/>
                      <a:pt x="14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19"/>
                      <a:pt x="9" y="19"/>
                    </a:cubicBezTo>
                    <a:cubicBezTo>
                      <a:pt x="14" y="19"/>
                      <a:pt x="19" y="15"/>
                      <a:pt x="19" y="1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5" name="Google Shape;1257;p37"/>
              <p:cNvSpPr/>
              <p:nvPr/>
            </p:nvSpPr>
            <p:spPr>
              <a:xfrm>
                <a:off x="5644440" y="2120040"/>
                <a:ext cx="324000" cy="32040"/>
              </a:xfrm>
              <a:custGeom>
                <a:avLst/>
                <a:gdLst>
                  <a:gd name="textAreaLeft" fmla="*/ 0 w 324000"/>
                  <a:gd name="textAreaRight" fmla="*/ 324360 w 324000"/>
                  <a:gd name="textAreaTop" fmla="*/ 0 h 32040"/>
                  <a:gd name="textAreaBottom" fmla="*/ 32400 h 32040"/>
                </a:gdLst>
                <a:ahLst/>
                <a:cxnLst/>
                <a:rect l="textAreaLeft" t="textAreaTop" r="textAreaRight" b="textAreaBottom"/>
                <a:pathLst>
                  <a:path w="129" h="13">
                    <a:moveTo>
                      <a:pt x="123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2" y="13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6" y="0"/>
                      <a:pt x="129" y="3"/>
                      <a:pt x="129" y="7"/>
                    </a:cubicBezTo>
                    <a:cubicBezTo>
                      <a:pt x="129" y="10"/>
                      <a:pt x="126" y="13"/>
                      <a:pt x="123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200" bIns="16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6" name="Google Shape;1258;p37"/>
              <p:cNvSpPr/>
              <p:nvPr/>
            </p:nvSpPr>
            <p:spPr>
              <a:xfrm>
                <a:off x="6058800" y="2120040"/>
                <a:ext cx="326880" cy="32040"/>
              </a:xfrm>
              <a:custGeom>
                <a:avLst/>
                <a:gdLst>
                  <a:gd name="textAreaLeft" fmla="*/ 0 w 326880"/>
                  <a:gd name="textAreaRight" fmla="*/ 327240 w 326880"/>
                  <a:gd name="textAreaTop" fmla="*/ 0 h 32040"/>
                  <a:gd name="textAreaBottom" fmla="*/ 32400 h 32040"/>
                </a:gdLst>
                <a:ahLst/>
                <a:cxnLst/>
                <a:rect l="textAreaLeft" t="textAreaTop" r="textAreaRight" b="textAreaBottom"/>
                <a:pathLst>
                  <a:path w="130" h="13">
                    <a:moveTo>
                      <a:pt x="124" y="13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27" y="0"/>
                      <a:pt x="130" y="3"/>
                      <a:pt x="130" y="7"/>
                    </a:cubicBezTo>
                    <a:cubicBezTo>
                      <a:pt x="130" y="10"/>
                      <a:pt x="127" y="13"/>
                      <a:pt x="124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200" bIns="16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7" name="Google Shape;1259;p37"/>
              <p:cNvSpPr/>
              <p:nvPr/>
            </p:nvSpPr>
            <p:spPr>
              <a:xfrm>
                <a:off x="6476760" y="2120040"/>
                <a:ext cx="326880" cy="32040"/>
              </a:xfrm>
              <a:custGeom>
                <a:avLst/>
                <a:gdLst>
                  <a:gd name="textAreaLeft" fmla="*/ 0 w 326880"/>
                  <a:gd name="textAreaRight" fmla="*/ 327240 w 326880"/>
                  <a:gd name="textAreaTop" fmla="*/ 0 h 32040"/>
                  <a:gd name="textAreaBottom" fmla="*/ 32400 h 32040"/>
                </a:gdLst>
                <a:ahLst/>
                <a:cxnLst/>
                <a:rect l="textAreaLeft" t="textAreaTop" r="textAreaRight" b="textAreaBottom"/>
                <a:pathLst>
                  <a:path w="130" h="13">
                    <a:moveTo>
                      <a:pt x="123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7" y="0"/>
                      <a:pt x="130" y="3"/>
                      <a:pt x="130" y="7"/>
                    </a:cubicBezTo>
                    <a:cubicBezTo>
                      <a:pt x="130" y="10"/>
                      <a:pt x="127" y="13"/>
                      <a:pt x="123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200" bIns="16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8" name="Google Shape;1260;p37"/>
              <p:cNvSpPr/>
              <p:nvPr/>
            </p:nvSpPr>
            <p:spPr>
              <a:xfrm>
                <a:off x="6891840" y="2120040"/>
                <a:ext cx="326880" cy="32040"/>
              </a:xfrm>
              <a:custGeom>
                <a:avLst/>
                <a:gdLst>
                  <a:gd name="textAreaLeft" fmla="*/ 0 w 326880"/>
                  <a:gd name="textAreaRight" fmla="*/ 327240 w 326880"/>
                  <a:gd name="textAreaTop" fmla="*/ 0 h 32040"/>
                  <a:gd name="textAreaBottom" fmla="*/ 32400 h 32040"/>
                </a:gdLst>
                <a:ahLst/>
                <a:cxnLst/>
                <a:rect l="textAreaLeft" t="textAreaTop" r="textAreaRight" b="textAreaBottom"/>
                <a:pathLst>
                  <a:path w="130" h="13">
                    <a:moveTo>
                      <a:pt x="124" y="13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27" y="0"/>
                      <a:pt x="130" y="3"/>
                      <a:pt x="130" y="7"/>
                    </a:cubicBezTo>
                    <a:cubicBezTo>
                      <a:pt x="130" y="10"/>
                      <a:pt x="127" y="13"/>
                      <a:pt x="124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200" bIns="16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9" name="Google Shape;1261;p37"/>
              <p:cNvSpPr/>
              <p:nvPr/>
            </p:nvSpPr>
            <p:spPr>
              <a:xfrm>
                <a:off x="5259240" y="2318760"/>
                <a:ext cx="265680" cy="6602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0" name="Google Shape;1262;p37"/>
              <p:cNvSpPr/>
              <p:nvPr/>
            </p:nvSpPr>
            <p:spPr>
              <a:xfrm>
                <a:off x="5309640" y="2374560"/>
                <a:ext cx="59400" cy="608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600" bIns="306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1" name="Google Shape;1263;p37"/>
              <p:cNvSpPr/>
              <p:nvPr/>
            </p:nvSpPr>
            <p:spPr>
              <a:xfrm>
                <a:off x="5414760" y="2374560"/>
                <a:ext cx="60840" cy="60840"/>
              </a:xfrm>
              <a:prstGeom prst="rect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600" bIns="306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2" name="Google Shape;1264;p37"/>
              <p:cNvSpPr/>
              <p:nvPr/>
            </p:nvSpPr>
            <p:spPr>
              <a:xfrm>
                <a:off x="5309640" y="2497680"/>
                <a:ext cx="59400" cy="608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600" bIns="306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3" name="Google Shape;1265;p37"/>
              <p:cNvSpPr/>
              <p:nvPr/>
            </p:nvSpPr>
            <p:spPr>
              <a:xfrm>
                <a:off x="5414760" y="2497680"/>
                <a:ext cx="60840" cy="6084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600" bIns="306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4" name="Google Shape;1266;p37"/>
              <p:cNvSpPr/>
              <p:nvPr/>
            </p:nvSpPr>
            <p:spPr>
              <a:xfrm>
                <a:off x="5309640" y="2618280"/>
                <a:ext cx="59400" cy="6336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5" name="Google Shape;1267;p37"/>
              <p:cNvSpPr/>
              <p:nvPr/>
            </p:nvSpPr>
            <p:spPr>
              <a:xfrm>
                <a:off x="5414760" y="2618280"/>
                <a:ext cx="60840" cy="6336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6" name="Google Shape;1268;p37"/>
              <p:cNvSpPr/>
              <p:nvPr/>
            </p:nvSpPr>
            <p:spPr>
              <a:xfrm>
                <a:off x="5309640" y="2743200"/>
                <a:ext cx="59400" cy="5940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880" bIns="298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7" name="Google Shape;1269;p37"/>
              <p:cNvSpPr/>
              <p:nvPr/>
            </p:nvSpPr>
            <p:spPr>
              <a:xfrm>
                <a:off x="5414760" y="2743200"/>
                <a:ext cx="60840" cy="5940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880" bIns="298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8" name="Google Shape;1270;p37"/>
              <p:cNvSpPr/>
              <p:nvPr/>
            </p:nvSpPr>
            <p:spPr>
              <a:xfrm>
                <a:off x="5855040" y="2467800"/>
                <a:ext cx="1174320" cy="1048320"/>
              </a:xfrm>
              <a:custGeom>
                <a:avLst/>
                <a:gdLst>
                  <a:gd name="textAreaLeft" fmla="*/ 0 w 1174320"/>
                  <a:gd name="textAreaRight" fmla="*/ 1174680 w 1174320"/>
                  <a:gd name="textAreaTop" fmla="*/ 0 h 1048320"/>
                  <a:gd name="textAreaBottom" fmla="*/ 1048680 h 1048320"/>
                </a:gdLst>
                <a:ahLst/>
                <a:cxnLst/>
                <a:rect l="textAreaLeft" t="textAreaTop" r="textAreaRight" b="textAreaBottom"/>
                <a:pathLst>
                  <a:path w="467" h="416">
                    <a:moveTo>
                      <a:pt x="355" y="0"/>
                    </a:moveTo>
                    <a:cubicBezTo>
                      <a:pt x="420" y="0"/>
                      <a:pt x="467" y="134"/>
                      <a:pt x="390" y="259"/>
                    </a:cubicBezTo>
                    <a:cubicBezTo>
                      <a:pt x="361" y="305"/>
                      <a:pt x="312" y="359"/>
                      <a:pt x="239" y="376"/>
                    </a:cubicBezTo>
                    <a:cubicBezTo>
                      <a:pt x="68" y="416"/>
                      <a:pt x="0" y="258"/>
                      <a:pt x="119" y="187"/>
                    </a:cubicBezTo>
                    <a:cubicBezTo>
                      <a:pt x="152" y="167"/>
                      <a:pt x="199" y="148"/>
                      <a:pt x="234" y="118"/>
                    </a:cubicBezTo>
                    <a:cubicBezTo>
                      <a:pt x="285" y="74"/>
                      <a:pt x="304" y="0"/>
                      <a:pt x="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9" name="Google Shape;1271;p37"/>
              <p:cNvSpPr/>
              <p:nvPr/>
            </p:nvSpPr>
            <p:spPr>
              <a:xfrm>
                <a:off x="6919200" y="3416760"/>
                <a:ext cx="21600" cy="19080"/>
              </a:xfrm>
              <a:custGeom>
                <a:avLst/>
                <a:gdLst>
                  <a:gd name="textAreaLeft" fmla="*/ 0 w 21600"/>
                  <a:gd name="textAreaRight" fmla="*/ 21960 w 2160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9" h="8">
                    <a:moveTo>
                      <a:pt x="5" y="2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5"/>
                      <a:pt x="0" y="6"/>
                    </a:cubicBezTo>
                    <a:cubicBezTo>
                      <a:pt x="0" y="8"/>
                      <a:pt x="1" y="8"/>
                      <a:pt x="2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8" y="8"/>
                      <a:pt x="8" y="8"/>
                    </a:cubicBezTo>
                    <a:cubicBezTo>
                      <a:pt x="8" y="7"/>
                      <a:pt x="9" y="7"/>
                      <a:pt x="9" y="6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8" y="0"/>
                      <a:pt x="7" y="0"/>
                    </a:cubicBezTo>
                    <a:cubicBezTo>
                      <a:pt x="6" y="0"/>
                      <a:pt x="5" y="1"/>
                      <a:pt x="5" y="2"/>
                    </a:cubicBezTo>
                    <a:close/>
                  </a:path>
                </a:pathLst>
              </a:custGeom>
              <a:solidFill>
                <a:srgbClr val="B5B5B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0" name="Google Shape;1272;p37"/>
              <p:cNvSpPr/>
              <p:nvPr/>
            </p:nvSpPr>
            <p:spPr>
              <a:xfrm>
                <a:off x="5817240" y="3428280"/>
                <a:ext cx="1074240" cy="7560"/>
              </a:xfrm>
              <a:custGeom>
                <a:avLst/>
                <a:gdLst>
                  <a:gd name="textAreaLeft" fmla="*/ 0 w 1074240"/>
                  <a:gd name="textAreaRight" fmla="*/ 1074600 w 1074240"/>
                  <a:gd name="textAreaTop" fmla="*/ 0 h 7560"/>
                  <a:gd name="textAreaBottom" fmla="*/ 7920 h 7560"/>
                </a:gdLst>
                <a:ahLst/>
                <a:cxnLst/>
                <a:rect l="textAreaLeft" t="textAreaTop" r="textAreaRight" b="textAreaBottom"/>
                <a:pathLst>
                  <a:path w="427" h="3">
                    <a:moveTo>
                      <a:pt x="1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3"/>
                      <a:pt x="14" y="3"/>
                      <a:pt x="14" y="1"/>
                    </a:cubicBezTo>
                    <a:cubicBezTo>
                      <a:pt x="14" y="0"/>
                      <a:pt x="13" y="0"/>
                      <a:pt x="12" y="0"/>
                    </a:cubicBezTo>
                    <a:close/>
                    <a:moveTo>
                      <a:pt x="3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5" y="0"/>
                      <a:pt x="24" y="0"/>
                      <a:pt x="24" y="1"/>
                    </a:cubicBezTo>
                    <a:cubicBezTo>
                      <a:pt x="24" y="3"/>
                      <a:pt x="25" y="3"/>
                      <a:pt x="26" y="3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7" y="3"/>
                      <a:pt x="38" y="3"/>
                      <a:pt x="38" y="1"/>
                    </a:cubicBezTo>
                    <a:cubicBezTo>
                      <a:pt x="38" y="0"/>
                      <a:pt x="37" y="0"/>
                      <a:pt x="36" y="0"/>
                    </a:cubicBezTo>
                    <a:close/>
                    <a:moveTo>
                      <a:pt x="60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50" y="0"/>
                      <a:pt x="49" y="0"/>
                      <a:pt x="49" y="1"/>
                    </a:cubicBezTo>
                    <a:cubicBezTo>
                      <a:pt x="49" y="3"/>
                      <a:pt x="50" y="3"/>
                      <a:pt x="51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3"/>
                      <a:pt x="62" y="1"/>
                    </a:cubicBezTo>
                    <a:cubicBezTo>
                      <a:pt x="62" y="0"/>
                      <a:pt x="61" y="0"/>
                      <a:pt x="60" y="0"/>
                    </a:cubicBezTo>
                    <a:close/>
                    <a:moveTo>
                      <a:pt x="85" y="0"/>
                    </a:moveTo>
                    <a:cubicBezTo>
                      <a:pt x="75" y="0"/>
                      <a:pt x="75" y="0"/>
                      <a:pt x="75" y="0"/>
                    </a:cubicBezTo>
                    <a:cubicBezTo>
                      <a:pt x="74" y="0"/>
                      <a:pt x="73" y="0"/>
                      <a:pt x="73" y="1"/>
                    </a:cubicBezTo>
                    <a:cubicBezTo>
                      <a:pt x="73" y="3"/>
                      <a:pt x="74" y="3"/>
                      <a:pt x="75" y="3"/>
                    </a:cubicBezTo>
                    <a:cubicBezTo>
                      <a:pt x="85" y="3"/>
                      <a:pt x="85" y="3"/>
                      <a:pt x="85" y="3"/>
                    </a:cubicBezTo>
                    <a:cubicBezTo>
                      <a:pt x="86" y="3"/>
                      <a:pt x="87" y="3"/>
                      <a:pt x="87" y="1"/>
                    </a:cubicBezTo>
                    <a:cubicBezTo>
                      <a:pt x="87" y="0"/>
                      <a:pt x="86" y="0"/>
                      <a:pt x="85" y="0"/>
                    </a:cubicBezTo>
                    <a:close/>
                    <a:moveTo>
                      <a:pt x="109" y="0"/>
                    </a:moveTo>
                    <a:cubicBezTo>
                      <a:pt x="99" y="0"/>
                      <a:pt x="99" y="0"/>
                      <a:pt x="99" y="0"/>
                    </a:cubicBezTo>
                    <a:cubicBezTo>
                      <a:pt x="98" y="0"/>
                      <a:pt x="97" y="0"/>
                      <a:pt x="97" y="1"/>
                    </a:cubicBezTo>
                    <a:cubicBezTo>
                      <a:pt x="97" y="3"/>
                      <a:pt x="98" y="3"/>
                      <a:pt x="99" y="3"/>
                    </a:cubicBezTo>
                    <a:cubicBezTo>
                      <a:pt x="109" y="3"/>
                      <a:pt x="109" y="3"/>
                      <a:pt x="109" y="3"/>
                    </a:cubicBezTo>
                    <a:cubicBezTo>
                      <a:pt x="110" y="3"/>
                      <a:pt x="111" y="3"/>
                      <a:pt x="111" y="1"/>
                    </a:cubicBezTo>
                    <a:cubicBezTo>
                      <a:pt x="111" y="0"/>
                      <a:pt x="110" y="0"/>
                      <a:pt x="109" y="0"/>
                    </a:cubicBezTo>
                    <a:close/>
                    <a:moveTo>
                      <a:pt x="133" y="0"/>
                    </a:moveTo>
                    <a:cubicBezTo>
                      <a:pt x="124" y="0"/>
                      <a:pt x="124" y="0"/>
                      <a:pt x="124" y="0"/>
                    </a:cubicBezTo>
                    <a:cubicBezTo>
                      <a:pt x="123" y="0"/>
                      <a:pt x="122" y="0"/>
                      <a:pt x="122" y="1"/>
                    </a:cubicBezTo>
                    <a:cubicBezTo>
                      <a:pt x="122" y="3"/>
                      <a:pt x="123" y="3"/>
                      <a:pt x="124" y="3"/>
                    </a:cubicBezTo>
                    <a:cubicBezTo>
                      <a:pt x="133" y="3"/>
                      <a:pt x="133" y="3"/>
                      <a:pt x="133" y="3"/>
                    </a:cubicBezTo>
                    <a:cubicBezTo>
                      <a:pt x="134" y="3"/>
                      <a:pt x="135" y="3"/>
                      <a:pt x="135" y="1"/>
                    </a:cubicBezTo>
                    <a:cubicBezTo>
                      <a:pt x="135" y="0"/>
                      <a:pt x="134" y="0"/>
                      <a:pt x="133" y="0"/>
                    </a:cubicBezTo>
                    <a:close/>
                    <a:moveTo>
                      <a:pt x="158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7" y="0"/>
                      <a:pt x="146" y="0"/>
                      <a:pt x="146" y="1"/>
                    </a:cubicBezTo>
                    <a:cubicBezTo>
                      <a:pt x="146" y="3"/>
                      <a:pt x="147" y="3"/>
                      <a:pt x="148" y="3"/>
                    </a:cubicBezTo>
                    <a:cubicBezTo>
                      <a:pt x="158" y="3"/>
                      <a:pt x="158" y="3"/>
                      <a:pt x="158" y="3"/>
                    </a:cubicBezTo>
                    <a:cubicBezTo>
                      <a:pt x="159" y="3"/>
                      <a:pt x="160" y="3"/>
                      <a:pt x="160" y="1"/>
                    </a:cubicBezTo>
                    <a:cubicBezTo>
                      <a:pt x="160" y="0"/>
                      <a:pt x="159" y="0"/>
                      <a:pt x="158" y="0"/>
                    </a:cubicBezTo>
                    <a:close/>
                    <a:moveTo>
                      <a:pt x="182" y="0"/>
                    </a:moveTo>
                    <a:cubicBezTo>
                      <a:pt x="172" y="0"/>
                      <a:pt x="172" y="0"/>
                      <a:pt x="172" y="0"/>
                    </a:cubicBezTo>
                    <a:cubicBezTo>
                      <a:pt x="171" y="0"/>
                      <a:pt x="170" y="0"/>
                      <a:pt x="170" y="1"/>
                    </a:cubicBezTo>
                    <a:cubicBezTo>
                      <a:pt x="170" y="3"/>
                      <a:pt x="171" y="3"/>
                      <a:pt x="172" y="3"/>
                    </a:cubicBezTo>
                    <a:cubicBezTo>
                      <a:pt x="182" y="3"/>
                      <a:pt x="182" y="3"/>
                      <a:pt x="182" y="3"/>
                    </a:cubicBezTo>
                    <a:cubicBezTo>
                      <a:pt x="183" y="3"/>
                      <a:pt x="184" y="3"/>
                      <a:pt x="184" y="1"/>
                    </a:cubicBezTo>
                    <a:cubicBezTo>
                      <a:pt x="184" y="0"/>
                      <a:pt x="183" y="0"/>
                      <a:pt x="182" y="0"/>
                    </a:cubicBezTo>
                    <a:close/>
                    <a:moveTo>
                      <a:pt x="206" y="0"/>
                    </a:moveTo>
                    <a:cubicBezTo>
                      <a:pt x="197" y="0"/>
                      <a:pt x="197" y="0"/>
                      <a:pt x="197" y="0"/>
                    </a:cubicBezTo>
                    <a:cubicBezTo>
                      <a:pt x="196" y="0"/>
                      <a:pt x="195" y="0"/>
                      <a:pt x="195" y="1"/>
                    </a:cubicBezTo>
                    <a:cubicBezTo>
                      <a:pt x="195" y="3"/>
                      <a:pt x="196" y="3"/>
                      <a:pt x="197" y="3"/>
                    </a:cubicBezTo>
                    <a:cubicBezTo>
                      <a:pt x="206" y="3"/>
                      <a:pt x="206" y="3"/>
                      <a:pt x="206" y="3"/>
                    </a:cubicBezTo>
                    <a:cubicBezTo>
                      <a:pt x="207" y="3"/>
                      <a:pt x="208" y="3"/>
                      <a:pt x="208" y="1"/>
                    </a:cubicBezTo>
                    <a:cubicBezTo>
                      <a:pt x="208" y="0"/>
                      <a:pt x="207" y="0"/>
                      <a:pt x="206" y="0"/>
                    </a:cubicBezTo>
                    <a:close/>
                    <a:moveTo>
                      <a:pt x="231" y="0"/>
                    </a:moveTo>
                    <a:cubicBezTo>
                      <a:pt x="221" y="0"/>
                      <a:pt x="221" y="0"/>
                      <a:pt x="221" y="0"/>
                    </a:cubicBezTo>
                    <a:cubicBezTo>
                      <a:pt x="220" y="0"/>
                      <a:pt x="219" y="0"/>
                      <a:pt x="219" y="1"/>
                    </a:cubicBezTo>
                    <a:cubicBezTo>
                      <a:pt x="219" y="3"/>
                      <a:pt x="220" y="3"/>
                      <a:pt x="221" y="3"/>
                    </a:cubicBezTo>
                    <a:cubicBezTo>
                      <a:pt x="231" y="3"/>
                      <a:pt x="231" y="3"/>
                      <a:pt x="231" y="3"/>
                    </a:cubicBezTo>
                    <a:cubicBezTo>
                      <a:pt x="232" y="3"/>
                      <a:pt x="233" y="3"/>
                      <a:pt x="233" y="1"/>
                    </a:cubicBezTo>
                    <a:cubicBezTo>
                      <a:pt x="233" y="0"/>
                      <a:pt x="232" y="0"/>
                      <a:pt x="231" y="0"/>
                    </a:cubicBezTo>
                    <a:close/>
                    <a:moveTo>
                      <a:pt x="255" y="0"/>
                    </a:moveTo>
                    <a:cubicBezTo>
                      <a:pt x="245" y="0"/>
                      <a:pt x="245" y="0"/>
                      <a:pt x="245" y="0"/>
                    </a:cubicBezTo>
                    <a:cubicBezTo>
                      <a:pt x="244" y="0"/>
                      <a:pt x="243" y="0"/>
                      <a:pt x="243" y="1"/>
                    </a:cubicBezTo>
                    <a:cubicBezTo>
                      <a:pt x="243" y="3"/>
                      <a:pt x="244" y="3"/>
                      <a:pt x="245" y="3"/>
                    </a:cubicBezTo>
                    <a:cubicBezTo>
                      <a:pt x="255" y="3"/>
                      <a:pt x="255" y="3"/>
                      <a:pt x="255" y="3"/>
                    </a:cubicBezTo>
                    <a:cubicBezTo>
                      <a:pt x="256" y="3"/>
                      <a:pt x="257" y="3"/>
                      <a:pt x="257" y="1"/>
                    </a:cubicBezTo>
                    <a:cubicBezTo>
                      <a:pt x="257" y="0"/>
                      <a:pt x="256" y="0"/>
                      <a:pt x="255" y="0"/>
                    </a:cubicBezTo>
                    <a:close/>
                    <a:moveTo>
                      <a:pt x="279" y="0"/>
                    </a:moveTo>
                    <a:cubicBezTo>
                      <a:pt x="270" y="0"/>
                      <a:pt x="270" y="0"/>
                      <a:pt x="270" y="0"/>
                    </a:cubicBezTo>
                    <a:cubicBezTo>
                      <a:pt x="269" y="0"/>
                      <a:pt x="268" y="0"/>
                      <a:pt x="268" y="1"/>
                    </a:cubicBezTo>
                    <a:cubicBezTo>
                      <a:pt x="268" y="3"/>
                      <a:pt x="269" y="3"/>
                      <a:pt x="270" y="3"/>
                    </a:cubicBezTo>
                    <a:cubicBezTo>
                      <a:pt x="279" y="3"/>
                      <a:pt x="279" y="3"/>
                      <a:pt x="279" y="3"/>
                    </a:cubicBezTo>
                    <a:cubicBezTo>
                      <a:pt x="280" y="3"/>
                      <a:pt x="281" y="3"/>
                      <a:pt x="281" y="1"/>
                    </a:cubicBezTo>
                    <a:cubicBezTo>
                      <a:pt x="281" y="0"/>
                      <a:pt x="280" y="0"/>
                      <a:pt x="279" y="0"/>
                    </a:cubicBezTo>
                    <a:close/>
                    <a:moveTo>
                      <a:pt x="304" y="0"/>
                    </a:moveTo>
                    <a:cubicBezTo>
                      <a:pt x="294" y="0"/>
                      <a:pt x="294" y="0"/>
                      <a:pt x="294" y="0"/>
                    </a:cubicBezTo>
                    <a:cubicBezTo>
                      <a:pt x="293" y="0"/>
                      <a:pt x="292" y="0"/>
                      <a:pt x="292" y="1"/>
                    </a:cubicBezTo>
                    <a:cubicBezTo>
                      <a:pt x="292" y="3"/>
                      <a:pt x="293" y="3"/>
                      <a:pt x="294" y="3"/>
                    </a:cubicBezTo>
                    <a:cubicBezTo>
                      <a:pt x="304" y="3"/>
                      <a:pt x="304" y="3"/>
                      <a:pt x="304" y="3"/>
                    </a:cubicBezTo>
                    <a:cubicBezTo>
                      <a:pt x="305" y="3"/>
                      <a:pt x="306" y="3"/>
                      <a:pt x="306" y="1"/>
                    </a:cubicBezTo>
                    <a:cubicBezTo>
                      <a:pt x="306" y="0"/>
                      <a:pt x="305" y="0"/>
                      <a:pt x="304" y="0"/>
                    </a:cubicBezTo>
                    <a:close/>
                    <a:moveTo>
                      <a:pt x="328" y="0"/>
                    </a:moveTo>
                    <a:cubicBezTo>
                      <a:pt x="318" y="0"/>
                      <a:pt x="318" y="0"/>
                      <a:pt x="318" y="0"/>
                    </a:cubicBezTo>
                    <a:cubicBezTo>
                      <a:pt x="317" y="0"/>
                      <a:pt x="316" y="0"/>
                      <a:pt x="316" y="1"/>
                    </a:cubicBezTo>
                    <a:cubicBezTo>
                      <a:pt x="316" y="3"/>
                      <a:pt x="317" y="3"/>
                      <a:pt x="318" y="3"/>
                    </a:cubicBezTo>
                    <a:cubicBezTo>
                      <a:pt x="328" y="3"/>
                      <a:pt x="328" y="3"/>
                      <a:pt x="328" y="3"/>
                    </a:cubicBezTo>
                    <a:cubicBezTo>
                      <a:pt x="329" y="3"/>
                      <a:pt x="330" y="3"/>
                      <a:pt x="330" y="1"/>
                    </a:cubicBezTo>
                    <a:cubicBezTo>
                      <a:pt x="330" y="0"/>
                      <a:pt x="329" y="0"/>
                      <a:pt x="328" y="0"/>
                    </a:cubicBezTo>
                    <a:close/>
                    <a:moveTo>
                      <a:pt x="352" y="0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42" y="0"/>
                      <a:pt x="341" y="0"/>
                      <a:pt x="341" y="1"/>
                    </a:cubicBezTo>
                    <a:cubicBezTo>
                      <a:pt x="341" y="3"/>
                      <a:pt x="342" y="3"/>
                      <a:pt x="343" y="3"/>
                    </a:cubicBezTo>
                    <a:cubicBezTo>
                      <a:pt x="352" y="3"/>
                      <a:pt x="352" y="3"/>
                      <a:pt x="352" y="3"/>
                    </a:cubicBezTo>
                    <a:cubicBezTo>
                      <a:pt x="353" y="3"/>
                      <a:pt x="354" y="3"/>
                      <a:pt x="354" y="1"/>
                    </a:cubicBezTo>
                    <a:cubicBezTo>
                      <a:pt x="354" y="0"/>
                      <a:pt x="353" y="0"/>
                      <a:pt x="352" y="0"/>
                    </a:cubicBezTo>
                    <a:close/>
                    <a:moveTo>
                      <a:pt x="377" y="0"/>
                    </a:moveTo>
                    <a:cubicBezTo>
                      <a:pt x="367" y="0"/>
                      <a:pt x="367" y="0"/>
                      <a:pt x="367" y="0"/>
                    </a:cubicBezTo>
                    <a:cubicBezTo>
                      <a:pt x="366" y="0"/>
                      <a:pt x="365" y="0"/>
                      <a:pt x="365" y="1"/>
                    </a:cubicBezTo>
                    <a:cubicBezTo>
                      <a:pt x="365" y="3"/>
                      <a:pt x="366" y="3"/>
                      <a:pt x="367" y="3"/>
                    </a:cubicBezTo>
                    <a:cubicBezTo>
                      <a:pt x="377" y="3"/>
                      <a:pt x="377" y="3"/>
                      <a:pt x="377" y="3"/>
                    </a:cubicBezTo>
                    <a:cubicBezTo>
                      <a:pt x="378" y="3"/>
                      <a:pt x="379" y="3"/>
                      <a:pt x="379" y="1"/>
                    </a:cubicBezTo>
                    <a:cubicBezTo>
                      <a:pt x="379" y="0"/>
                      <a:pt x="378" y="0"/>
                      <a:pt x="377" y="0"/>
                    </a:cubicBezTo>
                    <a:close/>
                    <a:moveTo>
                      <a:pt x="401" y="0"/>
                    </a:moveTo>
                    <a:cubicBezTo>
                      <a:pt x="391" y="0"/>
                      <a:pt x="391" y="0"/>
                      <a:pt x="391" y="0"/>
                    </a:cubicBezTo>
                    <a:cubicBezTo>
                      <a:pt x="390" y="0"/>
                      <a:pt x="389" y="0"/>
                      <a:pt x="389" y="1"/>
                    </a:cubicBezTo>
                    <a:cubicBezTo>
                      <a:pt x="389" y="3"/>
                      <a:pt x="390" y="3"/>
                      <a:pt x="391" y="3"/>
                    </a:cubicBezTo>
                    <a:cubicBezTo>
                      <a:pt x="401" y="3"/>
                      <a:pt x="401" y="3"/>
                      <a:pt x="401" y="3"/>
                    </a:cubicBezTo>
                    <a:cubicBezTo>
                      <a:pt x="402" y="3"/>
                      <a:pt x="403" y="3"/>
                      <a:pt x="403" y="1"/>
                    </a:cubicBezTo>
                    <a:cubicBezTo>
                      <a:pt x="403" y="0"/>
                      <a:pt x="402" y="0"/>
                      <a:pt x="401" y="0"/>
                    </a:cubicBezTo>
                    <a:close/>
                    <a:moveTo>
                      <a:pt x="425" y="0"/>
                    </a:moveTo>
                    <a:cubicBezTo>
                      <a:pt x="416" y="0"/>
                      <a:pt x="416" y="0"/>
                      <a:pt x="416" y="0"/>
                    </a:cubicBezTo>
                    <a:cubicBezTo>
                      <a:pt x="415" y="0"/>
                      <a:pt x="414" y="0"/>
                      <a:pt x="414" y="1"/>
                    </a:cubicBezTo>
                    <a:cubicBezTo>
                      <a:pt x="414" y="3"/>
                      <a:pt x="415" y="3"/>
                      <a:pt x="416" y="3"/>
                    </a:cubicBezTo>
                    <a:cubicBezTo>
                      <a:pt x="425" y="3"/>
                      <a:pt x="425" y="3"/>
                      <a:pt x="425" y="3"/>
                    </a:cubicBezTo>
                    <a:cubicBezTo>
                      <a:pt x="426" y="3"/>
                      <a:pt x="427" y="3"/>
                      <a:pt x="427" y="1"/>
                    </a:cubicBezTo>
                    <a:cubicBezTo>
                      <a:pt x="427" y="0"/>
                      <a:pt x="426" y="0"/>
                      <a:pt x="4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1" name="Google Shape;1273;p37"/>
              <p:cNvSpPr/>
              <p:nvPr/>
            </p:nvSpPr>
            <p:spPr>
              <a:xfrm>
                <a:off x="5769360" y="3416760"/>
                <a:ext cx="20520" cy="19080"/>
              </a:xfrm>
              <a:custGeom>
                <a:avLst/>
                <a:gdLst>
                  <a:gd name="textAreaLeft" fmla="*/ 0 w 20520"/>
                  <a:gd name="textAreaRight" fmla="*/ 20880 w 2052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8" h="8">
                    <a:moveTo>
                      <a:pt x="6" y="5"/>
                    </a:moveTo>
                    <a:cubicBezTo>
                      <a:pt x="4" y="5"/>
                      <a:pt x="4" y="5"/>
                      <a:pt x="4" y="5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8"/>
                    </a:cubicBezTo>
                    <a:cubicBezTo>
                      <a:pt x="1" y="8"/>
                      <a:pt x="1" y="8"/>
                      <a:pt x="2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8"/>
                      <a:pt x="8" y="8"/>
                      <a:pt x="8" y="6"/>
                    </a:cubicBezTo>
                    <a:cubicBezTo>
                      <a:pt x="8" y="5"/>
                      <a:pt x="7" y="5"/>
                      <a:pt x="6" y="5"/>
                    </a:cubicBezTo>
                    <a:close/>
                  </a:path>
                </a:pathLst>
              </a:custGeom>
              <a:solidFill>
                <a:srgbClr val="B5B5B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2" name="Google Shape;1274;p37"/>
              <p:cNvSpPr/>
              <p:nvPr/>
            </p:nvSpPr>
            <p:spPr>
              <a:xfrm>
                <a:off x="5769360" y="2414520"/>
                <a:ext cx="10080" cy="975600"/>
              </a:xfrm>
              <a:custGeom>
                <a:avLst/>
                <a:gdLst>
                  <a:gd name="textAreaLeft" fmla="*/ 0 w 10080"/>
                  <a:gd name="textAreaRight" fmla="*/ 10440 w 10080"/>
                  <a:gd name="textAreaTop" fmla="*/ 0 h 975600"/>
                  <a:gd name="textAreaBottom" fmla="*/ 975960 h 975600"/>
                </a:gdLst>
                <a:ahLst/>
                <a:cxnLst/>
                <a:rect l="textAreaLeft" t="textAreaTop" r="textAreaRight" b="textAreaBottom"/>
                <a:pathLst>
                  <a:path w="4" h="387">
                    <a:moveTo>
                      <a:pt x="4" y="11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1" y="13"/>
                      <a:pt x="2" y="13"/>
                    </a:cubicBezTo>
                    <a:cubicBezTo>
                      <a:pt x="3" y="13"/>
                      <a:pt x="4" y="13"/>
                      <a:pt x="4" y="11"/>
                    </a:cubicBezTo>
                    <a:close/>
                    <a:moveTo>
                      <a:pt x="4" y="35"/>
                    </a:moveTo>
                    <a:cubicBezTo>
                      <a:pt x="4" y="25"/>
                      <a:pt x="4" y="25"/>
                      <a:pt x="4" y="25"/>
                    </a:cubicBezTo>
                    <a:cubicBezTo>
                      <a:pt x="4" y="24"/>
                      <a:pt x="3" y="24"/>
                      <a:pt x="2" y="24"/>
                    </a:cubicBezTo>
                    <a:cubicBezTo>
                      <a:pt x="1" y="24"/>
                      <a:pt x="0" y="24"/>
                      <a:pt x="0" y="2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6"/>
                      <a:pt x="1" y="37"/>
                      <a:pt x="2" y="37"/>
                    </a:cubicBezTo>
                    <a:cubicBezTo>
                      <a:pt x="3" y="37"/>
                      <a:pt x="4" y="36"/>
                      <a:pt x="4" y="35"/>
                    </a:cubicBezTo>
                    <a:close/>
                    <a:moveTo>
                      <a:pt x="4" y="58"/>
                    </a:moveTo>
                    <a:cubicBezTo>
                      <a:pt x="4" y="49"/>
                      <a:pt x="4" y="49"/>
                      <a:pt x="4" y="49"/>
                    </a:cubicBezTo>
                    <a:cubicBezTo>
                      <a:pt x="4" y="48"/>
                      <a:pt x="3" y="47"/>
                      <a:pt x="2" y="47"/>
                    </a:cubicBezTo>
                    <a:cubicBezTo>
                      <a:pt x="1" y="47"/>
                      <a:pt x="0" y="48"/>
                      <a:pt x="0" y="49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59"/>
                      <a:pt x="1" y="60"/>
                      <a:pt x="2" y="60"/>
                    </a:cubicBezTo>
                    <a:cubicBezTo>
                      <a:pt x="3" y="60"/>
                      <a:pt x="4" y="59"/>
                      <a:pt x="4" y="58"/>
                    </a:cubicBezTo>
                    <a:close/>
                    <a:moveTo>
                      <a:pt x="4" y="81"/>
                    </a:moveTo>
                    <a:cubicBezTo>
                      <a:pt x="4" y="72"/>
                      <a:pt x="4" y="72"/>
                      <a:pt x="4" y="72"/>
                    </a:cubicBezTo>
                    <a:cubicBezTo>
                      <a:pt x="4" y="71"/>
                      <a:pt x="3" y="70"/>
                      <a:pt x="2" y="70"/>
                    </a:cubicBezTo>
                    <a:cubicBezTo>
                      <a:pt x="1" y="70"/>
                      <a:pt x="0" y="71"/>
                      <a:pt x="0" y="72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3"/>
                      <a:pt x="1" y="83"/>
                      <a:pt x="2" y="83"/>
                    </a:cubicBezTo>
                    <a:cubicBezTo>
                      <a:pt x="3" y="83"/>
                      <a:pt x="4" y="83"/>
                      <a:pt x="4" y="81"/>
                    </a:cubicBezTo>
                    <a:close/>
                    <a:moveTo>
                      <a:pt x="4" y="105"/>
                    </a:moveTo>
                    <a:cubicBezTo>
                      <a:pt x="4" y="95"/>
                      <a:pt x="4" y="95"/>
                      <a:pt x="4" y="95"/>
                    </a:cubicBezTo>
                    <a:cubicBezTo>
                      <a:pt x="4" y="94"/>
                      <a:pt x="3" y="94"/>
                      <a:pt x="2" y="94"/>
                    </a:cubicBezTo>
                    <a:cubicBezTo>
                      <a:pt x="1" y="94"/>
                      <a:pt x="0" y="94"/>
                      <a:pt x="0" y="9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6"/>
                      <a:pt x="1" y="107"/>
                      <a:pt x="2" y="107"/>
                    </a:cubicBezTo>
                    <a:cubicBezTo>
                      <a:pt x="3" y="107"/>
                      <a:pt x="4" y="106"/>
                      <a:pt x="4" y="105"/>
                    </a:cubicBezTo>
                    <a:close/>
                    <a:moveTo>
                      <a:pt x="4" y="128"/>
                    </a:moveTo>
                    <a:cubicBezTo>
                      <a:pt x="4" y="119"/>
                      <a:pt x="4" y="119"/>
                      <a:pt x="4" y="119"/>
                    </a:cubicBezTo>
                    <a:cubicBezTo>
                      <a:pt x="4" y="118"/>
                      <a:pt x="3" y="117"/>
                      <a:pt x="2" y="117"/>
                    </a:cubicBezTo>
                    <a:cubicBezTo>
                      <a:pt x="1" y="117"/>
                      <a:pt x="0" y="118"/>
                      <a:pt x="0" y="119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29"/>
                      <a:pt x="1" y="130"/>
                      <a:pt x="2" y="130"/>
                    </a:cubicBezTo>
                    <a:cubicBezTo>
                      <a:pt x="3" y="130"/>
                      <a:pt x="4" y="129"/>
                      <a:pt x="4" y="128"/>
                    </a:cubicBezTo>
                    <a:close/>
                    <a:moveTo>
                      <a:pt x="4" y="151"/>
                    </a:moveTo>
                    <a:cubicBezTo>
                      <a:pt x="4" y="142"/>
                      <a:pt x="4" y="142"/>
                      <a:pt x="4" y="142"/>
                    </a:cubicBezTo>
                    <a:cubicBezTo>
                      <a:pt x="4" y="141"/>
                      <a:pt x="3" y="140"/>
                      <a:pt x="2" y="140"/>
                    </a:cubicBezTo>
                    <a:cubicBezTo>
                      <a:pt x="1" y="140"/>
                      <a:pt x="0" y="141"/>
                      <a:pt x="0" y="142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0" y="153"/>
                      <a:pt x="1" y="153"/>
                      <a:pt x="2" y="153"/>
                    </a:cubicBezTo>
                    <a:cubicBezTo>
                      <a:pt x="3" y="153"/>
                      <a:pt x="4" y="153"/>
                      <a:pt x="4" y="151"/>
                    </a:cubicBezTo>
                    <a:close/>
                    <a:moveTo>
                      <a:pt x="4" y="175"/>
                    </a:moveTo>
                    <a:cubicBezTo>
                      <a:pt x="4" y="165"/>
                      <a:pt x="4" y="165"/>
                      <a:pt x="4" y="165"/>
                    </a:cubicBezTo>
                    <a:cubicBezTo>
                      <a:pt x="4" y="164"/>
                      <a:pt x="3" y="164"/>
                      <a:pt x="2" y="164"/>
                    </a:cubicBezTo>
                    <a:cubicBezTo>
                      <a:pt x="1" y="164"/>
                      <a:pt x="0" y="164"/>
                      <a:pt x="0" y="165"/>
                    </a:cubicBezTo>
                    <a:cubicBezTo>
                      <a:pt x="0" y="175"/>
                      <a:pt x="0" y="175"/>
                      <a:pt x="0" y="175"/>
                    </a:cubicBezTo>
                    <a:cubicBezTo>
                      <a:pt x="0" y="176"/>
                      <a:pt x="1" y="177"/>
                      <a:pt x="2" y="177"/>
                    </a:cubicBezTo>
                    <a:cubicBezTo>
                      <a:pt x="3" y="177"/>
                      <a:pt x="4" y="176"/>
                      <a:pt x="4" y="175"/>
                    </a:cubicBezTo>
                    <a:close/>
                    <a:moveTo>
                      <a:pt x="4" y="198"/>
                    </a:moveTo>
                    <a:cubicBezTo>
                      <a:pt x="4" y="189"/>
                      <a:pt x="4" y="189"/>
                      <a:pt x="4" y="189"/>
                    </a:cubicBezTo>
                    <a:cubicBezTo>
                      <a:pt x="4" y="188"/>
                      <a:pt x="3" y="187"/>
                      <a:pt x="2" y="187"/>
                    </a:cubicBezTo>
                    <a:cubicBezTo>
                      <a:pt x="1" y="187"/>
                      <a:pt x="0" y="188"/>
                      <a:pt x="0" y="189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0" y="199"/>
                      <a:pt x="1" y="200"/>
                      <a:pt x="2" y="200"/>
                    </a:cubicBezTo>
                    <a:cubicBezTo>
                      <a:pt x="3" y="200"/>
                      <a:pt x="4" y="199"/>
                      <a:pt x="4" y="198"/>
                    </a:cubicBezTo>
                    <a:close/>
                    <a:moveTo>
                      <a:pt x="4" y="221"/>
                    </a:moveTo>
                    <a:cubicBezTo>
                      <a:pt x="4" y="212"/>
                      <a:pt x="4" y="212"/>
                      <a:pt x="4" y="212"/>
                    </a:cubicBezTo>
                    <a:cubicBezTo>
                      <a:pt x="4" y="211"/>
                      <a:pt x="3" y="210"/>
                      <a:pt x="2" y="210"/>
                    </a:cubicBezTo>
                    <a:cubicBezTo>
                      <a:pt x="1" y="210"/>
                      <a:pt x="0" y="211"/>
                      <a:pt x="0" y="212"/>
                    </a:cubicBezTo>
                    <a:cubicBezTo>
                      <a:pt x="0" y="221"/>
                      <a:pt x="0" y="221"/>
                      <a:pt x="0" y="221"/>
                    </a:cubicBezTo>
                    <a:cubicBezTo>
                      <a:pt x="0" y="222"/>
                      <a:pt x="1" y="223"/>
                      <a:pt x="2" y="223"/>
                    </a:cubicBezTo>
                    <a:cubicBezTo>
                      <a:pt x="3" y="223"/>
                      <a:pt x="4" y="222"/>
                      <a:pt x="4" y="221"/>
                    </a:cubicBezTo>
                    <a:close/>
                    <a:moveTo>
                      <a:pt x="4" y="245"/>
                    </a:moveTo>
                    <a:cubicBezTo>
                      <a:pt x="4" y="235"/>
                      <a:pt x="4" y="235"/>
                      <a:pt x="4" y="235"/>
                    </a:cubicBezTo>
                    <a:cubicBezTo>
                      <a:pt x="4" y="234"/>
                      <a:pt x="3" y="234"/>
                      <a:pt x="2" y="234"/>
                    </a:cubicBezTo>
                    <a:cubicBezTo>
                      <a:pt x="1" y="234"/>
                      <a:pt x="0" y="234"/>
                      <a:pt x="0" y="23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6"/>
                      <a:pt x="1" y="247"/>
                      <a:pt x="2" y="247"/>
                    </a:cubicBezTo>
                    <a:cubicBezTo>
                      <a:pt x="3" y="247"/>
                      <a:pt x="4" y="246"/>
                      <a:pt x="4" y="245"/>
                    </a:cubicBezTo>
                    <a:close/>
                    <a:moveTo>
                      <a:pt x="4" y="268"/>
                    </a:moveTo>
                    <a:cubicBezTo>
                      <a:pt x="4" y="259"/>
                      <a:pt x="4" y="259"/>
                      <a:pt x="4" y="259"/>
                    </a:cubicBezTo>
                    <a:cubicBezTo>
                      <a:pt x="4" y="258"/>
                      <a:pt x="3" y="257"/>
                      <a:pt x="2" y="257"/>
                    </a:cubicBezTo>
                    <a:cubicBezTo>
                      <a:pt x="1" y="257"/>
                      <a:pt x="0" y="258"/>
                      <a:pt x="0" y="259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0" y="269"/>
                      <a:pt x="1" y="270"/>
                      <a:pt x="2" y="270"/>
                    </a:cubicBezTo>
                    <a:cubicBezTo>
                      <a:pt x="3" y="270"/>
                      <a:pt x="4" y="269"/>
                      <a:pt x="4" y="268"/>
                    </a:cubicBezTo>
                    <a:close/>
                    <a:moveTo>
                      <a:pt x="4" y="291"/>
                    </a:moveTo>
                    <a:cubicBezTo>
                      <a:pt x="4" y="282"/>
                      <a:pt x="4" y="282"/>
                      <a:pt x="4" y="282"/>
                    </a:cubicBezTo>
                    <a:cubicBezTo>
                      <a:pt x="4" y="281"/>
                      <a:pt x="3" y="280"/>
                      <a:pt x="2" y="280"/>
                    </a:cubicBezTo>
                    <a:cubicBezTo>
                      <a:pt x="1" y="280"/>
                      <a:pt x="0" y="281"/>
                      <a:pt x="0" y="282"/>
                    </a:cubicBezTo>
                    <a:cubicBezTo>
                      <a:pt x="0" y="291"/>
                      <a:pt x="0" y="291"/>
                      <a:pt x="0" y="291"/>
                    </a:cubicBezTo>
                    <a:cubicBezTo>
                      <a:pt x="0" y="292"/>
                      <a:pt x="1" y="293"/>
                      <a:pt x="2" y="293"/>
                    </a:cubicBezTo>
                    <a:cubicBezTo>
                      <a:pt x="3" y="293"/>
                      <a:pt x="4" y="292"/>
                      <a:pt x="4" y="291"/>
                    </a:cubicBezTo>
                    <a:close/>
                    <a:moveTo>
                      <a:pt x="4" y="315"/>
                    </a:moveTo>
                    <a:cubicBezTo>
                      <a:pt x="4" y="305"/>
                      <a:pt x="4" y="305"/>
                      <a:pt x="4" y="305"/>
                    </a:cubicBezTo>
                    <a:cubicBezTo>
                      <a:pt x="4" y="304"/>
                      <a:pt x="3" y="304"/>
                      <a:pt x="2" y="304"/>
                    </a:cubicBezTo>
                    <a:cubicBezTo>
                      <a:pt x="1" y="304"/>
                      <a:pt x="0" y="304"/>
                      <a:pt x="0" y="305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0" y="316"/>
                      <a:pt x="1" y="317"/>
                      <a:pt x="2" y="317"/>
                    </a:cubicBezTo>
                    <a:cubicBezTo>
                      <a:pt x="3" y="317"/>
                      <a:pt x="4" y="316"/>
                      <a:pt x="4" y="315"/>
                    </a:cubicBezTo>
                    <a:close/>
                    <a:moveTo>
                      <a:pt x="4" y="338"/>
                    </a:moveTo>
                    <a:cubicBezTo>
                      <a:pt x="4" y="329"/>
                      <a:pt x="4" y="329"/>
                      <a:pt x="4" y="329"/>
                    </a:cubicBezTo>
                    <a:cubicBezTo>
                      <a:pt x="4" y="328"/>
                      <a:pt x="3" y="327"/>
                      <a:pt x="2" y="327"/>
                    </a:cubicBezTo>
                    <a:cubicBezTo>
                      <a:pt x="1" y="327"/>
                      <a:pt x="0" y="328"/>
                      <a:pt x="0" y="329"/>
                    </a:cubicBezTo>
                    <a:cubicBezTo>
                      <a:pt x="0" y="338"/>
                      <a:pt x="0" y="338"/>
                      <a:pt x="0" y="338"/>
                    </a:cubicBezTo>
                    <a:cubicBezTo>
                      <a:pt x="0" y="339"/>
                      <a:pt x="1" y="340"/>
                      <a:pt x="2" y="340"/>
                    </a:cubicBezTo>
                    <a:cubicBezTo>
                      <a:pt x="3" y="340"/>
                      <a:pt x="4" y="339"/>
                      <a:pt x="4" y="338"/>
                    </a:cubicBezTo>
                    <a:close/>
                    <a:moveTo>
                      <a:pt x="4" y="361"/>
                    </a:moveTo>
                    <a:cubicBezTo>
                      <a:pt x="4" y="352"/>
                      <a:pt x="4" y="352"/>
                      <a:pt x="4" y="352"/>
                    </a:cubicBezTo>
                    <a:cubicBezTo>
                      <a:pt x="4" y="351"/>
                      <a:pt x="3" y="350"/>
                      <a:pt x="2" y="350"/>
                    </a:cubicBezTo>
                    <a:cubicBezTo>
                      <a:pt x="1" y="350"/>
                      <a:pt x="0" y="351"/>
                      <a:pt x="0" y="352"/>
                    </a:cubicBezTo>
                    <a:cubicBezTo>
                      <a:pt x="0" y="361"/>
                      <a:pt x="0" y="361"/>
                      <a:pt x="0" y="361"/>
                    </a:cubicBezTo>
                    <a:cubicBezTo>
                      <a:pt x="0" y="362"/>
                      <a:pt x="1" y="363"/>
                      <a:pt x="2" y="363"/>
                    </a:cubicBezTo>
                    <a:cubicBezTo>
                      <a:pt x="3" y="363"/>
                      <a:pt x="4" y="362"/>
                      <a:pt x="4" y="361"/>
                    </a:cubicBezTo>
                    <a:close/>
                    <a:moveTo>
                      <a:pt x="4" y="385"/>
                    </a:moveTo>
                    <a:cubicBezTo>
                      <a:pt x="4" y="375"/>
                      <a:pt x="4" y="375"/>
                      <a:pt x="4" y="375"/>
                    </a:cubicBezTo>
                    <a:cubicBezTo>
                      <a:pt x="4" y="374"/>
                      <a:pt x="3" y="374"/>
                      <a:pt x="2" y="374"/>
                    </a:cubicBezTo>
                    <a:cubicBezTo>
                      <a:pt x="1" y="374"/>
                      <a:pt x="0" y="374"/>
                      <a:pt x="0" y="375"/>
                    </a:cubicBezTo>
                    <a:cubicBezTo>
                      <a:pt x="0" y="385"/>
                      <a:pt x="0" y="385"/>
                      <a:pt x="0" y="385"/>
                    </a:cubicBezTo>
                    <a:cubicBezTo>
                      <a:pt x="0" y="386"/>
                      <a:pt x="1" y="387"/>
                      <a:pt x="2" y="387"/>
                    </a:cubicBezTo>
                    <a:cubicBezTo>
                      <a:pt x="3" y="387"/>
                      <a:pt x="4" y="386"/>
                      <a:pt x="4" y="385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3" name="Google Shape;1275;p37"/>
              <p:cNvSpPr/>
              <p:nvPr/>
            </p:nvSpPr>
            <p:spPr>
              <a:xfrm>
                <a:off x="5769360" y="2369160"/>
                <a:ext cx="20520" cy="20520"/>
              </a:xfrm>
              <a:custGeom>
                <a:avLst/>
                <a:gdLst>
                  <a:gd name="textAreaLeft" fmla="*/ 0 w 20520"/>
                  <a:gd name="textAreaRight" fmla="*/ 20880 w 2052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8" h="8">
                    <a:moveTo>
                      <a:pt x="4" y="6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3"/>
                      <a:pt x="8" y="2"/>
                      <a:pt x="8" y="1"/>
                    </a:cubicBezTo>
                    <a:cubicBezTo>
                      <a:pt x="8" y="0"/>
                      <a:pt x="7" y="0"/>
                      <a:pt x="6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1" y="8"/>
                      <a:pt x="2" y="8"/>
                    </a:cubicBezTo>
                    <a:cubicBezTo>
                      <a:pt x="3" y="8"/>
                      <a:pt x="4" y="7"/>
                      <a:pt x="4" y="6"/>
                    </a:cubicBezTo>
                    <a:close/>
                  </a:path>
                </a:pathLst>
              </a:custGeom>
              <a:solidFill>
                <a:srgbClr val="B5B5B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4" name="Google Shape;1276;p37"/>
              <p:cNvSpPr/>
              <p:nvPr/>
            </p:nvSpPr>
            <p:spPr>
              <a:xfrm>
                <a:off x="5817240" y="2369160"/>
                <a:ext cx="1074240" cy="7560"/>
              </a:xfrm>
              <a:custGeom>
                <a:avLst/>
                <a:gdLst>
                  <a:gd name="textAreaLeft" fmla="*/ 0 w 1074240"/>
                  <a:gd name="textAreaRight" fmla="*/ 1074600 w 1074240"/>
                  <a:gd name="textAreaTop" fmla="*/ 0 h 7560"/>
                  <a:gd name="textAreaBottom" fmla="*/ 7920 h 7560"/>
                </a:gdLst>
                <a:ahLst/>
                <a:cxnLst/>
                <a:rect l="textAreaLeft" t="textAreaTop" r="textAreaRight" b="textAreaBottom"/>
                <a:pathLst>
                  <a:path w="427" h="3">
                    <a:moveTo>
                      <a:pt x="416" y="3"/>
                    </a:moveTo>
                    <a:cubicBezTo>
                      <a:pt x="425" y="3"/>
                      <a:pt x="425" y="3"/>
                      <a:pt x="425" y="3"/>
                    </a:cubicBezTo>
                    <a:cubicBezTo>
                      <a:pt x="426" y="3"/>
                      <a:pt x="427" y="2"/>
                      <a:pt x="427" y="1"/>
                    </a:cubicBezTo>
                    <a:cubicBezTo>
                      <a:pt x="427" y="0"/>
                      <a:pt x="426" y="0"/>
                      <a:pt x="425" y="0"/>
                    </a:cubicBezTo>
                    <a:cubicBezTo>
                      <a:pt x="416" y="0"/>
                      <a:pt x="416" y="0"/>
                      <a:pt x="416" y="0"/>
                    </a:cubicBezTo>
                    <a:cubicBezTo>
                      <a:pt x="415" y="0"/>
                      <a:pt x="414" y="0"/>
                      <a:pt x="414" y="1"/>
                    </a:cubicBezTo>
                    <a:cubicBezTo>
                      <a:pt x="414" y="2"/>
                      <a:pt x="415" y="3"/>
                      <a:pt x="416" y="3"/>
                    </a:cubicBezTo>
                    <a:close/>
                    <a:moveTo>
                      <a:pt x="391" y="3"/>
                    </a:moveTo>
                    <a:cubicBezTo>
                      <a:pt x="401" y="3"/>
                      <a:pt x="401" y="3"/>
                      <a:pt x="401" y="3"/>
                    </a:cubicBezTo>
                    <a:cubicBezTo>
                      <a:pt x="402" y="3"/>
                      <a:pt x="403" y="2"/>
                      <a:pt x="403" y="1"/>
                    </a:cubicBezTo>
                    <a:cubicBezTo>
                      <a:pt x="403" y="0"/>
                      <a:pt x="402" y="0"/>
                      <a:pt x="401" y="0"/>
                    </a:cubicBezTo>
                    <a:cubicBezTo>
                      <a:pt x="391" y="0"/>
                      <a:pt x="391" y="0"/>
                      <a:pt x="391" y="0"/>
                    </a:cubicBezTo>
                    <a:cubicBezTo>
                      <a:pt x="390" y="0"/>
                      <a:pt x="389" y="0"/>
                      <a:pt x="389" y="1"/>
                    </a:cubicBezTo>
                    <a:cubicBezTo>
                      <a:pt x="389" y="2"/>
                      <a:pt x="390" y="3"/>
                      <a:pt x="391" y="3"/>
                    </a:cubicBezTo>
                    <a:close/>
                    <a:moveTo>
                      <a:pt x="367" y="3"/>
                    </a:moveTo>
                    <a:cubicBezTo>
                      <a:pt x="377" y="3"/>
                      <a:pt x="377" y="3"/>
                      <a:pt x="377" y="3"/>
                    </a:cubicBezTo>
                    <a:cubicBezTo>
                      <a:pt x="378" y="3"/>
                      <a:pt x="379" y="2"/>
                      <a:pt x="379" y="1"/>
                    </a:cubicBezTo>
                    <a:cubicBezTo>
                      <a:pt x="379" y="0"/>
                      <a:pt x="378" y="0"/>
                      <a:pt x="377" y="0"/>
                    </a:cubicBezTo>
                    <a:cubicBezTo>
                      <a:pt x="367" y="0"/>
                      <a:pt x="367" y="0"/>
                      <a:pt x="367" y="0"/>
                    </a:cubicBezTo>
                    <a:cubicBezTo>
                      <a:pt x="366" y="0"/>
                      <a:pt x="365" y="0"/>
                      <a:pt x="365" y="1"/>
                    </a:cubicBezTo>
                    <a:cubicBezTo>
                      <a:pt x="365" y="2"/>
                      <a:pt x="366" y="3"/>
                      <a:pt x="367" y="3"/>
                    </a:cubicBezTo>
                    <a:close/>
                    <a:moveTo>
                      <a:pt x="343" y="3"/>
                    </a:moveTo>
                    <a:cubicBezTo>
                      <a:pt x="352" y="3"/>
                      <a:pt x="352" y="3"/>
                      <a:pt x="352" y="3"/>
                    </a:cubicBezTo>
                    <a:cubicBezTo>
                      <a:pt x="353" y="3"/>
                      <a:pt x="354" y="2"/>
                      <a:pt x="354" y="1"/>
                    </a:cubicBezTo>
                    <a:cubicBezTo>
                      <a:pt x="354" y="0"/>
                      <a:pt x="353" y="0"/>
                      <a:pt x="352" y="0"/>
                    </a:cubicBezTo>
                    <a:cubicBezTo>
                      <a:pt x="343" y="0"/>
                      <a:pt x="343" y="0"/>
                      <a:pt x="343" y="0"/>
                    </a:cubicBezTo>
                    <a:cubicBezTo>
                      <a:pt x="342" y="0"/>
                      <a:pt x="341" y="0"/>
                      <a:pt x="341" y="1"/>
                    </a:cubicBezTo>
                    <a:cubicBezTo>
                      <a:pt x="341" y="2"/>
                      <a:pt x="342" y="3"/>
                      <a:pt x="343" y="3"/>
                    </a:cubicBezTo>
                    <a:close/>
                    <a:moveTo>
                      <a:pt x="318" y="3"/>
                    </a:moveTo>
                    <a:cubicBezTo>
                      <a:pt x="328" y="3"/>
                      <a:pt x="328" y="3"/>
                      <a:pt x="328" y="3"/>
                    </a:cubicBezTo>
                    <a:cubicBezTo>
                      <a:pt x="329" y="3"/>
                      <a:pt x="330" y="2"/>
                      <a:pt x="330" y="1"/>
                    </a:cubicBezTo>
                    <a:cubicBezTo>
                      <a:pt x="330" y="0"/>
                      <a:pt x="329" y="0"/>
                      <a:pt x="328" y="0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17" y="0"/>
                      <a:pt x="316" y="0"/>
                      <a:pt x="316" y="1"/>
                    </a:cubicBezTo>
                    <a:cubicBezTo>
                      <a:pt x="316" y="2"/>
                      <a:pt x="317" y="3"/>
                      <a:pt x="318" y="3"/>
                    </a:cubicBezTo>
                    <a:close/>
                    <a:moveTo>
                      <a:pt x="294" y="3"/>
                    </a:moveTo>
                    <a:cubicBezTo>
                      <a:pt x="304" y="3"/>
                      <a:pt x="304" y="3"/>
                      <a:pt x="304" y="3"/>
                    </a:cubicBezTo>
                    <a:cubicBezTo>
                      <a:pt x="305" y="3"/>
                      <a:pt x="306" y="2"/>
                      <a:pt x="306" y="1"/>
                    </a:cubicBezTo>
                    <a:cubicBezTo>
                      <a:pt x="306" y="0"/>
                      <a:pt x="305" y="0"/>
                      <a:pt x="304" y="0"/>
                    </a:cubicBezTo>
                    <a:cubicBezTo>
                      <a:pt x="294" y="0"/>
                      <a:pt x="294" y="0"/>
                      <a:pt x="294" y="0"/>
                    </a:cubicBezTo>
                    <a:cubicBezTo>
                      <a:pt x="293" y="0"/>
                      <a:pt x="292" y="0"/>
                      <a:pt x="292" y="1"/>
                    </a:cubicBezTo>
                    <a:cubicBezTo>
                      <a:pt x="292" y="2"/>
                      <a:pt x="293" y="3"/>
                      <a:pt x="294" y="3"/>
                    </a:cubicBezTo>
                    <a:close/>
                    <a:moveTo>
                      <a:pt x="270" y="3"/>
                    </a:moveTo>
                    <a:cubicBezTo>
                      <a:pt x="279" y="3"/>
                      <a:pt x="279" y="3"/>
                      <a:pt x="279" y="3"/>
                    </a:cubicBezTo>
                    <a:cubicBezTo>
                      <a:pt x="280" y="3"/>
                      <a:pt x="281" y="2"/>
                      <a:pt x="281" y="1"/>
                    </a:cubicBezTo>
                    <a:cubicBezTo>
                      <a:pt x="281" y="0"/>
                      <a:pt x="280" y="0"/>
                      <a:pt x="279" y="0"/>
                    </a:cubicBezTo>
                    <a:cubicBezTo>
                      <a:pt x="270" y="0"/>
                      <a:pt x="270" y="0"/>
                      <a:pt x="270" y="0"/>
                    </a:cubicBezTo>
                    <a:cubicBezTo>
                      <a:pt x="269" y="0"/>
                      <a:pt x="268" y="0"/>
                      <a:pt x="268" y="1"/>
                    </a:cubicBezTo>
                    <a:cubicBezTo>
                      <a:pt x="268" y="2"/>
                      <a:pt x="269" y="3"/>
                      <a:pt x="270" y="3"/>
                    </a:cubicBezTo>
                    <a:close/>
                    <a:moveTo>
                      <a:pt x="245" y="3"/>
                    </a:moveTo>
                    <a:cubicBezTo>
                      <a:pt x="255" y="3"/>
                      <a:pt x="255" y="3"/>
                      <a:pt x="255" y="3"/>
                    </a:cubicBezTo>
                    <a:cubicBezTo>
                      <a:pt x="256" y="3"/>
                      <a:pt x="257" y="2"/>
                      <a:pt x="257" y="1"/>
                    </a:cubicBezTo>
                    <a:cubicBezTo>
                      <a:pt x="257" y="0"/>
                      <a:pt x="256" y="0"/>
                      <a:pt x="255" y="0"/>
                    </a:cubicBezTo>
                    <a:cubicBezTo>
                      <a:pt x="245" y="0"/>
                      <a:pt x="245" y="0"/>
                      <a:pt x="245" y="0"/>
                    </a:cubicBezTo>
                    <a:cubicBezTo>
                      <a:pt x="244" y="0"/>
                      <a:pt x="243" y="0"/>
                      <a:pt x="243" y="1"/>
                    </a:cubicBezTo>
                    <a:cubicBezTo>
                      <a:pt x="243" y="2"/>
                      <a:pt x="244" y="3"/>
                      <a:pt x="245" y="3"/>
                    </a:cubicBezTo>
                    <a:close/>
                    <a:moveTo>
                      <a:pt x="221" y="3"/>
                    </a:moveTo>
                    <a:cubicBezTo>
                      <a:pt x="231" y="3"/>
                      <a:pt x="231" y="3"/>
                      <a:pt x="231" y="3"/>
                    </a:cubicBezTo>
                    <a:cubicBezTo>
                      <a:pt x="232" y="3"/>
                      <a:pt x="233" y="2"/>
                      <a:pt x="233" y="1"/>
                    </a:cubicBezTo>
                    <a:cubicBezTo>
                      <a:pt x="233" y="0"/>
                      <a:pt x="232" y="0"/>
                      <a:pt x="231" y="0"/>
                    </a:cubicBezTo>
                    <a:cubicBezTo>
                      <a:pt x="221" y="0"/>
                      <a:pt x="221" y="0"/>
                      <a:pt x="221" y="0"/>
                    </a:cubicBezTo>
                    <a:cubicBezTo>
                      <a:pt x="220" y="0"/>
                      <a:pt x="219" y="0"/>
                      <a:pt x="219" y="1"/>
                    </a:cubicBezTo>
                    <a:cubicBezTo>
                      <a:pt x="219" y="2"/>
                      <a:pt x="220" y="3"/>
                      <a:pt x="221" y="3"/>
                    </a:cubicBezTo>
                    <a:close/>
                    <a:moveTo>
                      <a:pt x="197" y="3"/>
                    </a:moveTo>
                    <a:cubicBezTo>
                      <a:pt x="206" y="3"/>
                      <a:pt x="206" y="3"/>
                      <a:pt x="206" y="3"/>
                    </a:cubicBezTo>
                    <a:cubicBezTo>
                      <a:pt x="207" y="3"/>
                      <a:pt x="208" y="2"/>
                      <a:pt x="208" y="1"/>
                    </a:cubicBezTo>
                    <a:cubicBezTo>
                      <a:pt x="208" y="0"/>
                      <a:pt x="207" y="0"/>
                      <a:pt x="206" y="0"/>
                    </a:cubicBezTo>
                    <a:cubicBezTo>
                      <a:pt x="197" y="0"/>
                      <a:pt x="197" y="0"/>
                      <a:pt x="197" y="0"/>
                    </a:cubicBezTo>
                    <a:cubicBezTo>
                      <a:pt x="196" y="0"/>
                      <a:pt x="195" y="0"/>
                      <a:pt x="195" y="1"/>
                    </a:cubicBezTo>
                    <a:cubicBezTo>
                      <a:pt x="195" y="2"/>
                      <a:pt x="196" y="3"/>
                      <a:pt x="197" y="3"/>
                    </a:cubicBezTo>
                    <a:close/>
                    <a:moveTo>
                      <a:pt x="172" y="3"/>
                    </a:moveTo>
                    <a:cubicBezTo>
                      <a:pt x="182" y="3"/>
                      <a:pt x="182" y="3"/>
                      <a:pt x="182" y="3"/>
                    </a:cubicBezTo>
                    <a:cubicBezTo>
                      <a:pt x="183" y="3"/>
                      <a:pt x="184" y="2"/>
                      <a:pt x="184" y="1"/>
                    </a:cubicBezTo>
                    <a:cubicBezTo>
                      <a:pt x="184" y="0"/>
                      <a:pt x="183" y="0"/>
                      <a:pt x="182" y="0"/>
                    </a:cubicBezTo>
                    <a:cubicBezTo>
                      <a:pt x="172" y="0"/>
                      <a:pt x="172" y="0"/>
                      <a:pt x="172" y="0"/>
                    </a:cubicBezTo>
                    <a:cubicBezTo>
                      <a:pt x="171" y="0"/>
                      <a:pt x="170" y="0"/>
                      <a:pt x="170" y="1"/>
                    </a:cubicBezTo>
                    <a:cubicBezTo>
                      <a:pt x="170" y="2"/>
                      <a:pt x="171" y="3"/>
                      <a:pt x="172" y="3"/>
                    </a:cubicBezTo>
                    <a:close/>
                    <a:moveTo>
                      <a:pt x="148" y="3"/>
                    </a:moveTo>
                    <a:cubicBezTo>
                      <a:pt x="158" y="3"/>
                      <a:pt x="158" y="3"/>
                      <a:pt x="158" y="3"/>
                    </a:cubicBezTo>
                    <a:cubicBezTo>
                      <a:pt x="159" y="3"/>
                      <a:pt x="160" y="2"/>
                      <a:pt x="160" y="1"/>
                    </a:cubicBezTo>
                    <a:cubicBezTo>
                      <a:pt x="160" y="0"/>
                      <a:pt x="159" y="0"/>
                      <a:pt x="158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147" y="0"/>
                      <a:pt x="146" y="0"/>
                      <a:pt x="146" y="1"/>
                    </a:cubicBezTo>
                    <a:cubicBezTo>
                      <a:pt x="146" y="2"/>
                      <a:pt x="147" y="3"/>
                      <a:pt x="148" y="3"/>
                    </a:cubicBezTo>
                    <a:close/>
                    <a:moveTo>
                      <a:pt x="124" y="3"/>
                    </a:moveTo>
                    <a:cubicBezTo>
                      <a:pt x="133" y="3"/>
                      <a:pt x="133" y="3"/>
                      <a:pt x="133" y="3"/>
                    </a:cubicBezTo>
                    <a:cubicBezTo>
                      <a:pt x="134" y="3"/>
                      <a:pt x="135" y="2"/>
                      <a:pt x="135" y="1"/>
                    </a:cubicBezTo>
                    <a:cubicBezTo>
                      <a:pt x="135" y="0"/>
                      <a:pt x="134" y="0"/>
                      <a:pt x="133" y="0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23" y="0"/>
                      <a:pt x="122" y="0"/>
                      <a:pt x="122" y="1"/>
                    </a:cubicBezTo>
                    <a:cubicBezTo>
                      <a:pt x="122" y="2"/>
                      <a:pt x="123" y="3"/>
                      <a:pt x="124" y="3"/>
                    </a:cubicBezTo>
                    <a:close/>
                    <a:moveTo>
                      <a:pt x="99" y="3"/>
                    </a:moveTo>
                    <a:cubicBezTo>
                      <a:pt x="109" y="3"/>
                      <a:pt x="109" y="3"/>
                      <a:pt x="109" y="3"/>
                    </a:cubicBezTo>
                    <a:cubicBezTo>
                      <a:pt x="110" y="3"/>
                      <a:pt x="111" y="2"/>
                      <a:pt x="111" y="1"/>
                    </a:cubicBezTo>
                    <a:cubicBezTo>
                      <a:pt x="111" y="0"/>
                      <a:pt x="110" y="0"/>
                      <a:pt x="109" y="0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98" y="0"/>
                      <a:pt x="97" y="0"/>
                      <a:pt x="97" y="1"/>
                    </a:cubicBezTo>
                    <a:cubicBezTo>
                      <a:pt x="97" y="2"/>
                      <a:pt x="98" y="3"/>
                      <a:pt x="99" y="3"/>
                    </a:cubicBezTo>
                    <a:close/>
                    <a:moveTo>
                      <a:pt x="75" y="3"/>
                    </a:moveTo>
                    <a:cubicBezTo>
                      <a:pt x="85" y="3"/>
                      <a:pt x="85" y="3"/>
                      <a:pt x="85" y="3"/>
                    </a:cubicBezTo>
                    <a:cubicBezTo>
                      <a:pt x="86" y="3"/>
                      <a:pt x="87" y="2"/>
                      <a:pt x="87" y="1"/>
                    </a:cubicBezTo>
                    <a:cubicBezTo>
                      <a:pt x="87" y="0"/>
                      <a:pt x="86" y="0"/>
                      <a:pt x="85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4" y="0"/>
                      <a:pt x="73" y="0"/>
                      <a:pt x="73" y="1"/>
                    </a:cubicBezTo>
                    <a:cubicBezTo>
                      <a:pt x="73" y="2"/>
                      <a:pt x="74" y="3"/>
                      <a:pt x="75" y="3"/>
                    </a:cubicBezTo>
                    <a:close/>
                    <a:moveTo>
                      <a:pt x="51" y="3"/>
                    </a:move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2"/>
                      <a:pt x="62" y="1"/>
                    </a:cubicBezTo>
                    <a:cubicBezTo>
                      <a:pt x="62" y="0"/>
                      <a:pt x="61" y="0"/>
                      <a:pt x="60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0" y="0"/>
                      <a:pt x="49" y="0"/>
                      <a:pt x="49" y="1"/>
                    </a:cubicBezTo>
                    <a:cubicBezTo>
                      <a:pt x="49" y="2"/>
                      <a:pt x="50" y="3"/>
                      <a:pt x="51" y="3"/>
                    </a:cubicBezTo>
                    <a:close/>
                    <a:moveTo>
                      <a:pt x="26" y="3"/>
                    </a:moveTo>
                    <a:cubicBezTo>
                      <a:pt x="36" y="3"/>
                      <a:pt x="36" y="3"/>
                      <a:pt x="36" y="3"/>
                    </a:cubicBezTo>
                    <a:cubicBezTo>
                      <a:pt x="37" y="3"/>
                      <a:pt x="38" y="2"/>
                      <a:pt x="38" y="1"/>
                    </a:cubicBezTo>
                    <a:cubicBezTo>
                      <a:pt x="38" y="0"/>
                      <a:pt x="37" y="0"/>
                      <a:pt x="36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0"/>
                      <a:pt x="24" y="0"/>
                      <a:pt x="24" y="1"/>
                    </a:cubicBezTo>
                    <a:cubicBezTo>
                      <a:pt x="24" y="2"/>
                      <a:pt x="25" y="3"/>
                      <a:pt x="26" y="3"/>
                    </a:cubicBezTo>
                    <a:close/>
                    <a:moveTo>
                      <a:pt x="2" y="3"/>
                    </a:moveTo>
                    <a:cubicBezTo>
                      <a:pt x="12" y="3"/>
                      <a:pt x="12" y="3"/>
                      <a:pt x="12" y="3"/>
                    </a:cubicBezTo>
                    <a:cubicBezTo>
                      <a:pt x="13" y="3"/>
                      <a:pt x="14" y="2"/>
                      <a:pt x="14" y="1"/>
                    </a:cubicBezTo>
                    <a:cubicBezTo>
                      <a:pt x="14" y="0"/>
                      <a:pt x="13" y="0"/>
                      <a:pt x="1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2" y="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5" name="Google Shape;1277;p37"/>
              <p:cNvSpPr/>
              <p:nvPr/>
            </p:nvSpPr>
            <p:spPr>
              <a:xfrm>
                <a:off x="6919200" y="2369160"/>
                <a:ext cx="21600" cy="20520"/>
              </a:xfrm>
              <a:custGeom>
                <a:avLst/>
                <a:gdLst>
                  <a:gd name="textAreaLeft" fmla="*/ 0 w 21600"/>
                  <a:gd name="textAreaRight" fmla="*/ 21960 w 2160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9" h="8">
                    <a:moveTo>
                      <a:pt x="2" y="3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7"/>
                      <a:pt x="6" y="8"/>
                      <a:pt x="7" y="8"/>
                    </a:cubicBezTo>
                    <a:cubicBezTo>
                      <a:pt x="8" y="8"/>
                      <a:pt x="9" y="7"/>
                      <a:pt x="9" y="6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0"/>
                      <a:pt x="8" y="0"/>
                    </a:cubicBezTo>
                    <a:cubicBezTo>
                      <a:pt x="8" y="0"/>
                      <a:pt x="7" y="0"/>
                      <a:pt x="7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2" y="3"/>
                    </a:cubicBezTo>
                    <a:close/>
                  </a:path>
                </a:pathLst>
              </a:custGeom>
              <a:solidFill>
                <a:srgbClr val="B5B5B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6" name="Google Shape;1278;p37"/>
              <p:cNvSpPr/>
              <p:nvPr/>
            </p:nvSpPr>
            <p:spPr>
              <a:xfrm>
                <a:off x="6932160" y="2414520"/>
                <a:ext cx="8640" cy="97560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975600"/>
                  <a:gd name="textAreaBottom" fmla="*/ 975960 h 975600"/>
                </a:gdLst>
                <a:ahLst/>
                <a:cxnLst/>
                <a:rect l="textAreaLeft" t="textAreaTop" r="textAreaRight" b="textAreaBottom"/>
                <a:pathLst>
                  <a:path w="4" h="387">
                    <a:moveTo>
                      <a:pt x="0" y="375"/>
                    </a:moveTo>
                    <a:cubicBezTo>
                      <a:pt x="0" y="385"/>
                      <a:pt x="0" y="385"/>
                      <a:pt x="0" y="385"/>
                    </a:cubicBezTo>
                    <a:cubicBezTo>
                      <a:pt x="0" y="386"/>
                      <a:pt x="1" y="387"/>
                      <a:pt x="2" y="387"/>
                    </a:cubicBezTo>
                    <a:cubicBezTo>
                      <a:pt x="3" y="387"/>
                      <a:pt x="4" y="386"/>
                      <a:pt x="4" y="385"/>
                    </a:cubicBezTo>
                    <a:cubicBezTo>
                      <a:pt x="4" y="375"/>
                      <a:pt x="4" y="375"/>
                      <a:pt x="4" y="375"/>
                    </a:cubicBezTo>
                    <a:cubicBezTo>
                      <a:pt x="4" y="374"/>
                      <a:pt x="3" y="374"/>
                      <a:pt x="2" y="374"/>
                    </a:cubicBezTo>
                    <a:cubicBezTo>
                      <a:pt x="1" y="374"/>
                      <a:pt x="0" y="374"/>
                      <a:pt x="0" y="375"/>
                    </a:cubicBezTo>
                    <a:close/>
                    <a:moveTo>
                      <a:pt x="0" y="352"/>
                    </a:moveTo>
                    <a:cubicBezTo>
                      <a:pt x="0" y="361"/>
                      <a:pt x="0" y="361"/>
                      <a:pt x="0" y="361"/>
                    </a:cubicBezTo>
                    <a:cubicBezTo>
                      <a:pt x="0" y="362"/>
                      <a:pt x="1" y="363"/>
                      <a:pt x="2" y="363"/>
                    </a:cubicBezTo>
                    <a:cubicBezTo>
                      <a:pt x="3" y="363"/>
                      <a:pt x="4" y="362"/>
                      <a:pt x="4" y="361"/>
                    </a:cubicBezTo>
                    <a:cubicBezTo>
                      <a:pt x="4" y="352"/>
                      <a:pt x="4" y="352"/>
                      <a:pt x="4" y="352"/>
                    </a:cubicBezTo>
                    <a:cubicBezTo>
                      <a:pt x="4" y="351"/>
                      <a:pt x="3" y="350"/>
                      <a:pt x="2" y="350"/>
                    </a:cubicBezTo>
                    <a:cubicBezTo>
                      <a:pt x="1" y="350"/>
                      <a:pt x="0" y="351"/>
                      <a:pt x="0" y="352"/>
                    </a:cubicBezTo>
                    <a:close/>
                    <a:moveTo>
                      <a:pt x="0" y="329"/>
                    </a:moveTo>
                    <a:cubicBezTo>
                      <a:pt x="0" y="338"/>
                      <a:pt x="0" y="338"/>
                      <a:pt x="0" y="338"/>
                    </a:cubicBezTo>
                    <a:cubicBezTo>
                      <a:pt x="0" y="339"/>
                      <a:pt x="1" y="340"/>
                      <a:pt x="2" y="340"/>
                    </a:cubicBezTo>
                    <a:cubicBezTo>
                      <a:pt x="3" y="340"/>
                      <a:pt x="4" y="339"/>
                      <a:pt x="4" y="338"/>
                    </a:cubicBezTo>
                    <a:cubicBezTo>
                      <a:pt x="4" y="329"/>
                      <a:pt x="4" y="329"/>
                      <a:pt x="4" y="329"/>
                    </a:cubicBezTo>
                    <a:cubicBezTo>
                      <a:pt x="4" y="328"/>
                      <a:pt x="3" y="327"/>
                      <a:pt x="2" y="327"/>
                    </a:cubicBezTo>
                    <a:cubicBezTo>
                      <a:pt x="1" y="327"/>
                      <a:pt x="0" y="328"/>
                      <a:pt x="0" y="329"/>
                    </a:cubicBezTo>
                    <a:close/>
                    <a:moveTo>
                      <a:pt x="0" y="305"/>
                    </a:moveTo>
                    <a:cubicBezTo>
                      <a:pt x="0" y="315"/>
                      <a:pt x="0" y="315"/>
                      <a:pt x="0" y="315"/>
                    </a:cubicBezTo>
                    <a:cubicBezTo>
                      <a:pt x="0" y="316"/>
                      <a:pt x="1" y="317"/>
                      <a:pt x="2" y="317"/>
                    </a:cubicBezTo>
                    <a:cubicBezTo>
                      <a:pt x="3" y="317"/>
                      <a:pt x="4" y="316"/>
                      <a:pt x="4" y="315"/>
                    </a:cubicBezTo>
                    <a:cubicBezTo>
                      <a:pt x="4" y="305"/>
                      <a:pt x="4" y="305"/>
                      <a:pt x="4" y="305"/>
                    </a:cubicBezTo>
                    <a:cubicBezTo>
                      <a:pt x="4" y="304"/>
                      <a:pt x="3" y="304"/>
                      <a:pt x="2" y="304"/>
                    </a:cubicBezTo>
                    <a:cubicBezTo>
                      <a:pt x="1" y="304"/>
                      <a:pt x="0" y="304"/>
                      <a:pt x="0" y="305"/>
                    </a:cubicBezTo>
                    <a:close/>
                    <a:moveTo>
                      <a:pt x="0" y="282"/>
                    </a:moveTo>
                    <a:cubicBezTo>
                      <a:pt x="0" y="291"/>
                      <a:pt x="0" y="291"/>
                      <a:pt x="0" y="291"/>
                    </a:cubicBezTo>
                    <a:cubicBezTo>
                      <a:pt x="0" y="292"/>
                      <a:pt x="1" y="293"/>
                      <a:pt x="2" y="293"/>
                    </a:cubicBezTo>
                    <a:cubicBezTo>
                      <a:pt x="3" y="293"/>
                      <a:pt x="4" y="292"/>
                      <a:pt x="4" y="291"/>
                    </a:cubicBezTo>
                    <a:cubicBezTo>
                      <a:pt x="4" y="282"/>
                      <a:pt x="4" y="282"/>
                      <a:pt x="4" y="282"/>
                    </a:cubicBezTo>
                    <a:cubicBezTo>
                      <a:pt x="4" y="281"/>
                      <a:pt x="3" y="280"/>
                      <a:pt x="2" y="280"/>
                    </a:cubicBezTo>
                    <a:cubicBezTo>
                      <a:pt x="1" y="280"/>
                      <a:pt x="0" y="281"/>
                      <a:pt x="0" y="282"/>
                    </a:cubicBezTo>
                    <a:close/>
                    <a:moveTo>
                      <a:pt x="0" y="259"/>
                    </a:moveTo>
                    <a:cubicBezTo>
                      <a:pt x="0" y="268"/>
                      <a:pt x="0" y="268"/>
                      <a:pt x="0" y="268"/>
                    </a:cubicBezTo>
                    <a:cubicBezTo>
                      <a:pt x="0" y="269"/>
                      <a:pt x="1" y="270"/>
                      <a:pt x="2" y="270"/>
                    </a:cubicBezTo>
                    <a:cubicBezTo>
                      <a:pt x="3" y="270"/>
                      <a:pt x="4" y="269"/>
                      <a:pt x="4" y="268"/>
                    </a:cubicBezTo>
                    <a:cubicBezTo>
                      <a:pt x="4" y="259"/>
                      <a:pt x="4" y="259"/>
                      <a:pt x="4" y="259"/>
                    </a:cubicBezTo>
                    <a:cubicBezTo>
                      <a:pt x="4" y="258"/>
                      <a:pt x="3" y="257"/>
                      <a:pt x="2" y="257"/>
                    </a:cubicBezTo>
                    <a:cubicBezTo>
                      <a:pt x="1" y="257"/>
                      <a:pt x="0" y="258"/>
                      <a:pt x="0" y="259"/>
                    </a:cubicBezTo>
                    <a:close/>
                    <a:moveTo>
                      <a:pt x="0" y="235"/>
                    </a:move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6"/>
                      <a:pt x="1" y="247"/>
                      <a:pt x="2" y="247"/>
                    </a:cubicBezTo>
                    <a:cubicBezTo>
                      <a:pt x="3" y="247"/>
                      <a:pt x="4" y="246"/>
                      <a:pt x="4" y="245"/>
                    </a:cubicBezTo>
                    <a:cubicBezTo>
                      <a:pt x="4" y="235"/>
                      <a:pt x="4" y="235"/>
                      <a:pt x="4" y="235"/>
                    </a:cubicBezTo>
                    <a:cubicBezTo>
                      <a:pt x="4" y="234"/>
                      <a:pt x="3" y="234"/>
                      <a:pt x="2" y="234"/>
                    </a:cubicBezTo>
                    <a:cubicBezTo>
                      <a:pt x="1" y="234"/>
                      <a:pt x="0" y="234"/>
                      <a:pt x="0" y="235"/>
                    </a:cubicBezTo>
                    <a:close/>
                    <a:moveTo>
                      <a:pt x="0" y="212"/>
                    </a:moveTo>
                    <a:cubicBezTo>
                      <a:pt x="0" y="221"/>
                      <a:pt x="0" y="221"/>
                      <a:pt x="0" y="221"/>
                    </a:cubicBezTo>
                    <a:cubicBezTo>
                      <a:pt x="0" y="222"/>
                      <a:pt x="1" y="223"/>
                      <a:pt x="2" y="223"/>
                    </a:cubicBezTo>
                    <a:cubicBezTo>
                      <a:pt x="3" y="223"/>
                      <a:pt x="4" y="222"/>
                      <a:pt x="4" y="221"/>
                    </a:cubicBezTo>
                    <a:cubicBezTo>
                      <a:pt x="4" y="212"/>
                      <a:pt x="4" y="212"/>
                      <a:pt x="4" y="212"/>
                    </a:cubicBezTo>
                    <a:cubicBezTo>
                      <a:pt x="4" y="211"/>
                      <a:pt x="3" y="210"/>
                      <a:pt x="2" y="210"/>
                    </a:cubicBezTo>
                    <a:cubicBezTo>
                      <a:pt x="1" y="210"/>
                      <a:pt x="0" y="211"/>
                      <a:pt x="0" y="212"/>
                    </a:cubicBezTo>
                    <a:close/>
                    <a:moveTo>
                      <a:pt x="0" y="189"/>
                    </a:moveTo>
                    <a:cubicBezTo>
                      <a:pt x="0" y="198"/>
                      <a:pt x="0" y="198"/>
                      <a:pt x="0" y="198"/>
                    </a:cubicBezTo>
                    <a:cubicBezTo>
                      <a:pt x="0" y="199"/>
                      <a:pt x="1" y="200"/>
                      <a:pt x="2" y="200"/>
                    </a:cubicBezTo>
                    <a:cubicBezTo>
                      <a:pt x="3" y="200"/>
                      <a:pt x="4" y="199"/>
                      <a:pt x="4" y="198"/>
                    </a:cubicBezTo>
                    <a:cubicBezTo>
                      <a:pt x="4" y="189"/>
                      <a:pt x="4" y="189"/>
                      <a:pt x="4" y="189"/>
                    </a:cubicBezTo>
                    <a:cubicBezTo>
                      <a:pt x="4" y="188"/>
                      <a:pt x="3" y="187"/>
                      <a:pt x="2" y="187"/>
                    </a:cubicBezTo>
                    <a:cubicBezTo>
                      <a:pt x="1" y="187"/>
                      <a:pt x="0" y="188"/>
                      <a:pt x="0" y="189"/>
                    </a:cubicBezTo>
                    <a:close/>
                    <a:moveTo>
                      <a:pt x="0" y="165"/>
                    </a:moveTo>
                    <a:cubicBezTo>
                      <a:pt x="0" y="175"/>
                      <a:pt x="0" y="175"/>
                      <a:pt x="0" y="175"/>
                    </a:cubicBezTo>
                    <a:cubicBezTo>
                      <a:pt x="0" y="176"/>
                      <a:pt x="1" y="177"/>
                      <a:pt x="2" y="177"/>
                    </a:cubicBezTo>
                    <a:cubicBezTo>
                      <a:pt x="3" y="177"/>
                      <a:pt x="4" y="176"/>
                      <a:pt x="4" y="175"/>
                    </a:cubicBezTo>
                    <a:cubicBezTo>
                      <a:pt x="4" y="165"/>
                      <a:pt x="4" y="165"/>
                      <a:pt x="4" y="165"/>
                    </a:cubicBezTo>
                    <a:cubicBezTo>
                      <a:pt x="4" y="164"/>
                      <a:pt x="3" y="164"/>
                      <a:pt x="2" y="164"/>
                    </a:cubicBezTo>
                    <a:cubicBezTo>
                      <a:pt x="1" y="164"/>
                      <a:pt x="0" y="164"/>
                      <a:pt x="0" y="165"/>
                    </a:cubicBezTo>
                    <a:close/>
                    <a:moveTo>
                      <a:pt x="0" y="142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0" y="153"/>
                      <a:pt x="1" y="153"/>
                      <a:pt x="2" y="153"/>
                    </a:cubicBezTo>
                    <a:cubicBezTo>
                      <a:pt x="3" y="153"/>
                      <a:pt x="4" y="153"/>
                      <a:pt x="4" y="151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4" y="141"/>
                      <a:pt x="3" y="140"/>
                      <a:pt x="2" y="140"/>
                    </a:cubicBezTo>
                    <a:cubicBezTo>
                      <a:pt x="1" y="140"/>
                      <a:pt x="0" y="141"/>
                      <a:pt x="0" y="142"/>
                    </a:cubicBezTo>
                    <a:close/>
                    <a:moveTo>
                      <a:pt x="0" y="119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29"/>
                      <a:pt x="1" y="130"/>
                      <a:pt x="2" y="130"/>
                    </a:cubicBezTo>
                    <a:cubicBezTo>
                      <a:pt x="3" y="130"/>
                      <a:pt x="4" y="129"/>
                      <a:pt x="4" y="128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4" y="118"/>
                      <a:pt x="3" y="117"/>
                      <a:pt x="2" y="117"/>
                    </a:cubicBezTo>
                    <a:cubicBezTo>
                      <a:pt x="1" y="117"/>
                      <a:pt x="0" y="118"/>
                      <a:pt x="0" y="119"/>
                    </a:cubicBezTo>
                    <a:close/>
                    <a:moveTo>
                      <a:pt x="0" y="95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6"/>
                      <a:pt x="1" y="107"/>
                      <a:pt x="2" y="107"/>
                    </a:cubicBezTo>
                    <a:cubicBezTo>
                      <a:pt x="3" y="107"/>
                      <a:pt x="4" y="106"/>
                      <a:pt x="4" y="105"/>
                    </a:cubicBezTo>
                    <a:cubicBezTo>
                      <a:pt x="4" y="95"/>
                      <a:pt x="4" y="95"/>
                      <a:pt x="4" y="95"/>
                    </a:cubicBezTo>
                    <a:cubicBezTo>
                      <a:pt x="4" y="94"/>
                      <a:pt x="3" y="94"/>
                      <a:pt x="2" y="94"/>
                    </a:cubicBezTo>
                    <a:cubicBezTo>
                      <a:pt x="1" y="94"/>
                      <a:pt x="0" y="94"/>
                      <a:pt x="0" y="95"/>
                    </a:cubicBezTo>
                    <a:close/>
                    <a:moveTo>
                      <a:pt x="0" y="72"/>
                    </a:moveTo>
                    <a:cubicBezTo>
                      <a:pt x="0" y="81"/>
                      <a:pt x="0" y="81"/>
                      <a:pt x="0" y="81"/>
                    </a:cubicBezTo>
                    <a:cubicBezTo>
                      <a:pt x="0" y="83"/>
                      <a:pt x="1" y="83"/>
                      <a:pt x="2" y="83"/>
                    </a:cubicBezTo>
                    <a:cubicBezTo>
                      <a:pt x="3" y="83"/>
                      <a:pt x="4" y="83"/>
                      <a:pt x="4" y="81"/>
                    </a:cubicBezTo>
                    <a:cubicBezTo>
                      <a:pt x="4" y="72"/>
                      <a:pt x="4" y="72"/>
                      <a:pt x="4" y="72"/>
                    </a:cubicBezTo>
                    <a:cubicBezTo>
                      <a:pt x="4" y="71"/>
                      <a:pt x="3" y="70"/>
                      <a:pt x="2" y="70"/>
                    </a:cubicBezTo>
                    <a:cubicBezTo>
                      <a:pt x="1" y="70"/>
                      <a:pt x="0" y="71"/>
                      <a:pt x="0" y="72"/>
                    </a:cubicBezTo>
                    <a:close/>
                    <a:moveTo>
                      <a:pt x="0" y="49"/>
                    </a:moveTo>
                    <a:cubicBezTo>
                      <a:pt x="0" y="58"/>
                      <a:pt x="0" y="58"/>
                      <a:pt x="0" y="58"/>
                    </a:cubicBezTo>
                    <a:cubicBezTo>
                      <a:pt x="0" y="59"/>
                      <a:pt x="1" y="60"/>
                      <a:pt x="2" y="60"/>
                    </a:cubicBezTo>
                    <a:cubicBezTo>
                      <a:pt x="3" y="60"/>
                      <a:pt x="4" y="59"/>
                      <a:pt x="4" y="58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8"/>
                      <a:pt x="3" y="47"/>
                      <a:pt x="2" y="47"/>
                    </a:cubicBezTo>
                    <a:cubicBezTo>
                      <a:pt x="1" y="47"/>
                      <a:pt x="0" y="48"/>
                      <a:pt x="0" y="49"/>
                    </a:cubicBezTo>
                    <a:close/>
                    <a:moveTo>
                      <a:pt x="0" y="25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0" y="36"/>
                      <a:pt x="1" y="37"/>
                      <a:pt x="2" y="37"/>
                    </a:cubicBezTo>
                    <a:cubicBezTo>
                      <a:pt x="3" y="37"/>
                      <a:pt x="4" y="36"/>
                      <a:pt x="4" y="3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4" y="24"/>
                      <a:pt x="3" y="24"/>
                      <a:pt x="2" y="24"/>
                    </a:cubicBezTo>
                    <a:cubicBezTo>
                      <a:pt x="1" y="24"/>
                      <a:pt x="0" y="24"/>
                      <a:pt x="0" y="25"/>
                    </a:cubicBezTo>
                    <a:close/>
                    <a:moveTo>
                      <a:pt x="0" y="2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1" y="13"/>
                      <a:pt x="2" y="13"/>
                    </a:cubicBezTo>
                    <a:cubicBezTo>
                      <a:pt x="3" y="13"/>
                      <a:pt x="4" y="13"/>
                      <a:pt x="4" y="1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7" name="Google Shape;1279;p37"/>
              <p:cNvSpPr/>
              <p:nvPr/>
            </p:nvSpPr>
            <p:spPr>
              <a:xfrm>
                <a:off x="5729040" y="2326320"/>
                <a:ext cx="93240" cy="9324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rgbClr val="325D7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8" name="Google Shape;1280;p37"/>
              <p:cNvSpPr/>
              <p:nvPr/>
            </p:nvSpPr>
            <p:spPr>
              <a:xfrm>
                <a:off x="6889320" y="2326320"/>
                <a:ext cx="90720" cy="9324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rgbClr val="325D7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9" name="Google Shape;1281;p37"/>
              <p:cNvSpPr/>
              <p:nvPr/>
            </p:nvSpPr>
            <p:spPr>
              <a:xfrm>
                <a:off x="5729040" y="3385440"/>
                <a:ext cx="93240" cy="9324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rgbClr val="325D7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0" name="Google Shape;1282;p37"/>
              <p:cNvSpPr/>
              <p:nvPr/>
            </p:nvSpPr>
            <p:spPr>
              <a:xfrm>
                <a:off x="6335280" y="2820960"/>
                <a:ext cx="556560" cy="55656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1" name="Google Shape;1283;p37"/>
              <p:cNvSpPr/>
              <p:nvPr/>
            </p:nvSpPr>
            <p:spPr>
              <a:xfrm>
                <a:off x="5822280" y="3495600"/>
                <a:ext cx="232920" cy="140400"/>
              </a:xfrm>
              <a:custGeom>
                <a:avLst/>
                <a:gdLst>
                  <a:gd name="textAreaLeft" fmla="*/ 0 w 232920"/>
                  <a:gd name="textAreaRight" fmla="*/ 233280 w 23292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265" h="160">
                    <a:moveTo>
                      <a:pt x="116" y="160"/>
                    </a:moveTo>
                    <a:lnTo>
                      <a:pt x="265" y="0"/>
                    </a:lnTo>
                    <a:lnTo>
                      <a:pt x="0" y="107"/>
                    </a:lnTo>
                    <a:lnTo>
                      <a:pt x="116" y="16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2" name="Google Shape;1284;p37"/>
              <p:cNvSpPr/>
              <p:nvPr/>
            </p:nvSpPr>
            <p:spPr>
              <a:xfrm>
                <a:off x="5924520" y="3495600"/>
                <a:ext cx="130680" cy="239040"/>
              </a:xfrm>
              <a:custGeom>
                <a:avLst/>
                <a:gdLst>
                  <a:gd name="textAreaLeft" fmla="*/ 0 w 130680"/>
                  <a:gd name="textAreaRight" fmla="*/ 131040 w 130680"/>
                  <a:gd name="textAreaTop" fmla="*/ 0 h 239040"/>
                  <a:gd name="textAreaBottom" fmla="*/ 239400 h 239040"/>
                </a:gdLst>
                <a:ahLst/>
                <a:cxnLst/>
                <a:rect l="textAreaLeft" t="textAreaTop" r="textAreaRight" b="textAreaBottom"/>
                <a:pathLst>
                  <a:path w="149" h="272">
                    <a:moveTo>
                      <a:pt x="0" y="160"/>
                    </a:moveTo>
                    <a:lnTo>
                      <a:pt x="149" y="0"/>
                    </a:lnTo>
                    <a:lnTo>
                      <a:pt x="60" y="272"/>
                    </a:lnTo>
                    <a:lnTo>
                      <a:pt x="0" y="16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183" name="Google Shape;1285;p37"/>
            <p:cNvSpPr/>
            <p:nvPr/>
          </p:nvSpPr>
          <p:spPr>
            <a:xfrm>
              <a:off x="7909920" y="1820160"/>
              <a:ext cx="408600" cy="409680"/>
            </a:xfrm>
            <a:custGeom>
              <a:avLst/>
              <a:gdLst>
                <a:gd name="textAreaLeft" fmla="*/ 0 w 408600"/>
                <a:gd name="textAreaRight" fmla="*/ 408960 w 408600"/>
                <a:gd name="textAreaTop" fmla="*/ 0 h 409680"/>
                <a:gd name="textAreaBottom" fmla="*/ 410040 h 409680"/>
              </a:gdLst>
              <a:ahLst/>
              <a:cxnLst/>
              <a:rect l="textAreaLeft" t="textAreaTop" r="textAreaRight" b="textAreaBottom"/>
              <a:pathLst>
                <a:path w="571" h="572">
                  <a:moveTo>
                    <a:pt x="566" y="340"/>
                  </a:moveTo>
                  <a:cubicBezTo>
                    <a:pt x="569" y="322"/>
                    <a:pt x="571" y="304"/>
                    <a:pt x="571" y="286"/>
                  </a:cubicBezTo>
                  <a:cubicBezTo>
                    <a:pt x="571" y="267"/>
                    <a:pt x="569" y="249"/>
                    <a:pt x="566" y="232"/>
                  </a:cubicBezTo>
                  <a:cubicBezTo>
                    <a:pt x="496" y="232"/>
                    <a:pt x="496" y="232"/>
                    <a:pt x="496" y="232"/>
                  </a:cubicBezTo>
                  <a:cubicBezTo>
                    <a:pt x="491" y="212"/>
                    <a:pt x="483" y="193"/>
                    <a:pt x="473" y="175"/>
                  </a:cubicBezTo>
                  <a:cubicBezTo>
                    <a:pt x="522" y="126"/>
                    <a:pt x="522" y="126"/>
                    <a:pt x="522" y="126"/>
                  </a:cubicBezTo>
                  <a:cubicBezTo>
                    <a:pt x="502" y="96"/>
                    <a:pt x="476" y="70"/>
                    <a:pt x="446" y="49"/>
                  </a:cubicBezTo>
                  <a:cubicBezTo>
                    <a:pt x="396" y="99"/>
                    <a:pt x="396" y="99"/>
                    <a:pt x="396" y="99"/>
                  </a:cubicBezTo>
                  <a:cubicBezTo>
                    <a:pt x="379" y="88"/>
                    <a:pt x="360" y="80"/>
                    <a:pt x="339" y="75"/>
                  </a:cubicBezTo>
                  <a:cubicBezTo>
                    <a:pt x="339" y="5"/>
                    <a:pt x="339" y="5"/>
                    <a:pt x="339" y="5"/>
                  </a:cubicBezTo>
                  <a:cubicBezTo>
                    <a:pt x="322" y="2"/>
                    <a:pt x="304" y="0"/>
                    <a:pt x="285" y="0"/>
                  </a:cubicBezTo>
                  <a:cubicBezTo>
                    <a:pt x="267" y="0"/>
                    <a:pt x="249" y="2"/>
                    <a:pt x="231" y="5"/>
                  </a:cubicBezTo>
                  <a:cubicBezTo>
                    <a:pt x="231" y="75"/>
                    <a:pt x="231" y="75"/>
                    <a:pt x="231" y="75"/>
                  </a:cubicBezTo>
                  <a:cubicBezTo>
                    <a:pt x="211" y="80"/>
                    <a:pt x="192" y="88"/>
                    <a:pt x="174" y="9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95" y="70"/>
                    <a:pt x="69" y="96"/>
                    <a:pt x="49" y="126"/>
                  </a:cubicBezTo>
                  <a:cubicBezTo>
                    <a:pt x="98" y="175"/>
                    <a:pt x="98" y="175"/>
                    <a:pt x="98" y="175"/>
                  </a:cubicBezTo>
                  <a:cubicBezTo>
                    <a:pt x="88" y="193"/>
                    <a:pt x="80" y="212"/>
                    <a:pt x="75" y="232"/>
                  </a:cubicBezTo>
                  <a:cubicBezTo>
                    <a:pt x="5" y="232"/>
                    <a:pt x="5" y="232"/>
                    <a:pt x="5" y="232"/>
                  </a:cubicBezTo>
                  <a:cubicBezTo>
                    <a:pt x="1" y="249"/>
                    <a:pt x="0" y="267"/>
                    <a:pt x="0" y="286"/>
                  </a:cubicBezTo>
                  <a:cubicBezTo>
                    <a:pt x="0" y="304"/>
                    <a:pt x="1" y="322"/>
                    <a:pt x="5" y="340"/>
                  </a:cubicBezTo>
                  <a:cubicBezTo>
                    <a:pt x="75" y="340"/>
                    <a:pt x="75" y="340"/>
                    <a:pt x="75" y="340"/>
                  </a:cubicBezTo>
                  <a:cubicBezTo>
                    <a:pt x="80" y="360"/>
                    <a:pt x="88" y="379"/>
                    <a:pt x="98" y="397"/>
                  </a:cubicBezTo>
                  <a:cubicBezTo>
                    <a:pt x="49" y="446"/>
                    <a:pt x="49" y="446"/>
                    <a:pt x="49" y="446"/>
                  </a:cubicBezTo>
                  <a:cubicBezTo>
                    <a:pt x="69" y="476"/>
                    <a:pt x="95" y="502"/>
                    <a:pt x="125" y="523"/>
                  </a:cubicBezTo>
                  <a:cubicBezTo>
                    <a:pt x="174" y="473"/>
                    <a:pt x="174" y="473"/>
                    <a:pt x="174" y="473"/>
                  </a:cubicBezTo>
                  <a:cubicBezTo>
                    <a:pt x="192" y="484"/>
                    <a:pt x="211" y="492"/>
                    <a:pt x="231" y="497"/>
                  </a:cubicBezTo>
                  <a:cubicBezTo>
                    <a:pt x="231" y="567"/>
                    <a:pt x="231" y="567"/>
                    <a:pt x="231" y="567"/>
                  </a:cubicBezTo>
                  <a:cubicBezTo>
                    <a:pt x="249" y="570"/>
                    <a:pt x="267" y="572"/>
                    <a:pt x="285" y="572"/>
                  </a:cubicBezTo>
                  <a:cubicBezTo>
                    <a:pt x="304" y="572"/>
                    <a:pt x="322" y="570"/>
                    <a:pt x="339" y="567"/>
                  </a:cubicBezTo>
                  <a:cubicBezTo>
                    <a:pt x="339" y="497"/>
                    <a:pt x="339" y="497"/>
                    <a:pt x="339" y="497"/>
                  </a:cubicBezTo>
                  <a:cubicBezTo>
                    <a:pt x="360" y="492"/>
                    <a:pt x="379" y="484"/>
                    <a:pt x="396" y="473"/>
                  </a:cubicBezTo>
                  <a:cubicBezTo>
                    <a:pt x="446" y="523"/>
                    <a:pt x="446" y="523"/>
                    <a:pt x="446" y="523"/>
                  </a:cubicBezTo>
                  <a:cubicBezTo>
                    <a:pt x="476" y="502"/>
                    <a:pt x="502" y="476"/>
                    <a:pt x="522" y="446"/>
                  </a:cubicBezTo>
                  <a:cubicBezTo>
                    <a:pt x="473" y="397"/>
                    <a:pt x="473" y="397"/>
                    <a:pt x="473" y="397"/>
                  </a:cubicBezTo>
                  <a:cubicBezTo>
                    <a:pt x="483" y="379"/>
                    <a:pt x="491" y="360"/>
                    <a:pt x="496" y="340"/>
                  </a:cubicBezTo>
                  <a:lnTo>
                    <a:pt x="566" y="340"/>
                  </a:lnTo>
                  <a:close/>
                  <a:moveTo>
                    <a:pt x="285" y="380"/>
                  </a:moveTo>
                  <a:cubicBezTo>
                    <a:pt x="234" y="380"/>
                    <a:pt x="192" y="338"/>
                    <a:pt x="192" y="286"/>
                  </a:cubicBezTo>
                  <a:cubicBezTo>
                    <a:pt x="192" y="234"/>
                    <a:pt x="234" y="192"/>
                    <a:pt x="285" y="192"/>
                  </a:cubicBezTo>
                  <a:cubicBezTo>
                    <a:pt x="337" y="192"/>
                    <a:pt x="379" y="234"/>
                    <a:pt x="379" y="286"/>
                  </a:cubicBezTo>
                  <a:cubicBezTo>
                    <a:pt x="379" y="338"/>
                    <a:pt x="337" y="380"/>
                    <a:pt x="285" y="38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84" name="Google Shape;1286;p37"/>
            <p:cNvGrpSpPr/>
            <p:nvPr/>
          </p:nvGrpSpPr>
          <p:grpSpPr>
            <a:xfrm>
              <a:off x="7780680" y="3172320"/>
              <a:ext cx="667080" cy="1197360"/>
              <a:chOff x="7780680" y="3172320"/>
              <a:chExt cx="667080" cy="1197360"/>
            </a:xfrm>
          </p:grpSpPr>
          <p:sp>
            <p:nvSpPr>
              <p:cNvPr id="1185" name="Google Shape;1287;p37"/>
              <p:cNvSpPr/>
              <p:nvPr/>
            </p:nvSpPr>
            <p:spPr>
              <a:xfrm>
                <a:off x="7780680" y="3172320"/>
                <a:ext cx="667080" cy="985320"/>
              </a:xfrm>
              <a:custGeom>
                <a:avLst/>
                <a:gdLst>
                  <a:gd name="textAreaLeft" fmla="*/ 0 w 667080"/>
                  <a:gd name="textAreaRight" fmla="*/ 667440 w 667080"/>
                  <a:gd name="textAreaTop" fmla="*/ 0 h 985320"/>
                  <a:gd name="textAreaBottom" fmla="*/ 985680 h 985320"/>
                </a:gdLst>
                <a:ahLst/>
                <a:cxnLst/>
                <a:rect l="textAreaLeft" t="textAreaTop" r="textAreaRight" b="textAreaBottom"/>
                <a:pathLst>
                  <a:path w="314" h="464">
                    <a:moveTo>
                      <a:pt x="290" y="266"/>
                    </a:moveTo>
                    <a:cubicBezTo>
                      <a:pt x="266" y="253"/>
                      <a:pt x="233" y="303"/>
                      <a:pt x="218" y="276"/>
                    </a:cubicBezTo>
                    <a:cubicBezTo>
                      <a:pt x="204" y="249"/>
                      <a:pt x="274" y="180"/>
                      <a:pt x="282" y="142"/>
                    </a:cubicBezTo>
                    <a:cubicBezTo>
                      <a:pt x="290" y="105"/>
                      <a:pt x="272" y="80"/>
                      <a:pt x="242" y="92"/>
                    </a:cubicBezTo>
                    <a:cubicBezTo>
                      <a:pt x="211" y="105"/>
                      <a:pt x="194" y="107"/>
                      <a:pt x="197" y="82"/>
                    </a:cubicBezTo>
                    <a:cubicBezTo>
                      <a:pt x="204" y="34"/>
                      <a:pt x="182" y="0"/>
                      <a:pt x="157" y="0"/>
                    </a:cubicBezTo>
                    <a:cubicBezTo>
                      <a:pt x="132" y="0"/>
                      <a:pt x="109" y="34"/>
                      <a:pt x="116" y="82"/>
                    </a:cubicBezTo>
                    <a:cubicBezTo>
                      <a:pt x="120" y="107"/>
                      <a:pt x="103" y="105"/>
                      <a:pt x="72" y="92"/>
                    </a:cubicBezTo>
                    <a:cubicBezTo>
                      <a:pt x="41" y="80"/>
                      <a:pt x="24" y="105"/>
                      <a:pt x="32" y="142"/>
                    </a:cubicBezTo>
                    <a:cubicBezTo>
                      <a:pt x="39" y="180"/>
                      <a:pt x="110" y="249"/>
                      <a:pt x="95" y="276"/>
                    </a:cubicBezTo>
                    <a:cubicBezTo>
                      <a:pt x="81" y="303"/>
                      <a:pt x="48" y="253"/>
                      <a:pt x="24" y="266"/>
                    </a:cubicBezTo>
                    <a:cubicBezTo>
                      <a:pt x="0" y="279"/>
                      <a:pt x="7" y="329"/>
                      <a:pt x="31" y="360"/>
                    </a:cubicBezTo>
                    <a:cubicBezTo>
                      <a:pt x="55" y="391"/>
                      <a:pt x="157" y="464"/>
                      <a:pt x="157" y="464"/>
                    </a:cubicBezTo>
                    <a:cubicBezTo>
                      <a:pt x="157" y="464"/>
                      <a:pt x="259" y="391"/>
                      <a:pt x="283" y="360"/>
                    </a:cubicBezTo>
                    <a:cubicBezTo>
                      <a:pt x="307" y="329"/>
                      <a:pt x="314" y="279"/>
                      <a:pt x="290" y="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186" name="Google Shape;1288;p37"/>
              <p:cNvCxnSpPr/>
              <p:nvPr/>
            </p:nvCxnSpPr>
            <p:spPr>
              <a:xfrm flipV="1">
                <a:off x="8114040" y="3252600"/>
                <a:ext cx="360" cy="1117440"/>
              </a:xfrm>
              <a:prstGeom prst="straightConnector1">
                <a:avLst/>
              </a:prstGeom>
              <a:ln w="9525">
                <a:solidFill>
                  <a:srgbClr val="325D79"/>
                </a:solidFill>
                <a:miter/>
              </a:ln>
            </p:spPr>
          </p:cxnSp>
          <p:sp>
            <p:nvSpPr>
              <p:cNvPr id="1187" name="Google Shape;1289;p37"/>
              <p:cNvSpPr/>
              <p:nvPr/>
            </p:nvSpPr>
            <p:spPr>
              <a:xfrm>
                <a:off x="7961400" y="3441240"/>
                <a:ext cx="305640" cy="191160"/>
              </a:xfrm>
              <a:custGeom>
                <a:avLst/>
                <a:gdLst>
                  <a:gd name="textAreaLeft" fmla="*/ 0 w 305640"/>
                  <a:gd name="textAreaRight" fmla="*/ 306000 w 305640"/>
                  <a:gd name="textAreaTop" fmla="*/ 0 h 191160"/>
                  <a:gd name="textAreaBottom" fmla="*/ 191520 h 191160"/>
                </a:gdLst>
                <a:ahLst/>
                <a:cxnLst/>
                <a:rect l="textAreaLeft" t="textAreaTop" r="textAreaRight" b="textAreaBottom"/>
                <a:pathLst>
                  <a:path w="342" h="214">
                    <a:moveTo>
                      <a:pt x="342" y="0"/>
                    </a:moveTo>
                    <a:lnTo>
                      <a:pt x="171" y="214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325D79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8" name="Google Shape;1290;p37"/>
              <p:cNvSpPr/>
              <p:nvPr/>
            </p:nvSpPr>
            <p:spPr>
              <a:xfrm>
                <a:off x="7897680" y="3838680"/>
                <a:ext cx="432720" cy="208080"/>
              </a:xfrm>
              <a:custGeom>
                <a:avLst/>
                <a:gdLst>
                  <a:gd name="textAreaLeft" fmla="*/ 0 w 432720"/>
                  <a:gd name="textAreaRight" fmla="*/ 433080 w 432720"/>
                  <a:gd name="textAreaTop" fmla="*/ 0 h 208080"/>
                  <a:gd name="textAreaBottom" fmla="*/ 208440 h 208080"/>
                </a:gdLst>
                <a:ahLst/>
                <a:cxnLst/>
                <a:rect l="textAreaLeft" t="textAreaTop" r="textAreaRight" b="textAreaBottom"/>
                <a:pathLst>
                  <a:path w="484" h="233">
                    <a:moveTo>
                      <a:pt x="484" y="0"/>
                    </a:moveTo>
                    <a:lnTo>
                      <a:pt x="242" y="233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325D79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189" name="Google Shape;1291;p37"/>
            <p:cNvSpPr/>
            <p:nvPr/>
          </p:nvSpPr>
          <p:spPr>
            <a:xfrm>
              <a:off x="6066360" y="3591720"/>
              <a:ext cx="1240200" cy="778320"/>
            </a:xfrm>
            <a:custGeom>
              <a:avLst/>
              <a:gdLst>
                <a:gd name="textAreaLeft" fmla="*/ 0 w 1240200"/>
                <a:gd name="textAreaRight" fmla="*/ 1240560 w 1240200"/>
                <a:gd name="textAreaTop" fmla="*/ 0 h 778320"/>
                <a:gd name="textAreaBottom" fmla="*/ 778680 h 778320"/>
              </a:gdLst>
              <a:ahLst/>
              <a:cxnLst/>
              <a:rect l="textAreaLeft" t="textAreaTop" r="textAreaRight" b="textAreaBottom"/>
              <a:pathLst>
                <a:path w="749" h="470">
                  <a:moveTo>
                    <a:pt x="0" y="470"/>
                  </a:moveTo>
                  <a:cubicBezTo>
                    <a:pt x="0" y="470"/>
                    <a:pt x="48" y="224"/>
                    <a:pt x="103" y="217"/>
                  </a:cubicBezTo>
                  <a:cubicBezTo>
                    <a:pt x="158" y="210"/>
                    <a:pt x="173" y="365"/>
                    <a:pt x="211" y="364"/>
                  </a:cubicBezTo>
                  <a:cubicBezTo>
                    <a:pt x="250" y="362"/>
                    <a:pt x="237" y="1"/>
                    <a:pt x="364" y="0"/>
                  </a:cubicBezTo>
                  <a:cubicBezTo>
                    <a:pt x="490" y="0"/>
                    <a:pt x="445" y="317"/>
                    <a:pt x="522" y="344"/>
                  </a:cubicBezTo>
                  <a:cubicBezTo>
                    <a:pt x="600" y="370"/>
                    <a:pt x="749" y="304"/>
                    <a:pt x="749" y="470"/>
                  </a:cubicBez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0" name="Google Shape;1292;p37"/>
            <p:cNvSpPr/>
            <p:nvPr/>
          </p:nvSpPr>
          <p:spPr>
            <a:xfrm>
              <a:off x="4588200" y="3960000"/>
              <a:ext cx="1590840" cy="409680"/>
            </a:xfrm>
            <a:custGeom>
              <a:avLst/>
              <a:gdLst>
                <a:gd name="textAreaLeft" fmla="*/ 0 w 1590840"/>
                <a:gd name="textAreaRight" fmla="*/ 1591200 w 1590840"/>
                <a:gd name="textAreaTop" fmla="*/ 0 h 409680"/>
                <a:gd name="textAreaBottom" fmla="*/ 410040 h 409680"/>
              </a:gdLst>
              <a:ahLst/>
              <a:cxnLst/>
              <a:rect l="textAreaLeft" t="textAreaTop" r="textAreaRight" b="textAreaBottom"/>
              <a:pathLst>
                <a:path w="961" h="248">
                  <a:moveTo>
                    <a:pt x="961" y="248"/>
                  </a:moveTo>
                  <a:cubicBezTo>
                    <a:pt x="904" y="105"/>
                    <a:pt x="711" y="0"/>
                    <a:pt x="480" y="0"/>
                  </a:cubicBezTo>
                  <a:cubicBezTo>
                    <a:pt x="250" y="0"/>
                    <a:pt x="56" y="105"/>
                    <a:pt x="0" y="248"/>
                  </a:cubicBezTo>
                  <a:lnTo>
                    <a:pt x="961" y="24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91" name="Google Shape;1293;p37"/>
            <p:cNvGrpSpPr/>
            <p:nvPr/>
          </p:nvGrpSpPr>
          <p:grpSpPr>
            <a:xfrm>
              <a:off x="7391160" y="1820160"/>
              <a:ext cx="893520" cy="1905120"/>
              <a:chOff x="7391160" y="1820160"/>
              <a:chExt cx="893520" cy="1905120"/>
            </a:xfrm>
          </p:grpSpPr>
          <p:sp>
            <p:nvSpPr>
              <p:cNvPr id="1192" name="Google Shape;1294;p37"/>
              <p:cNvSpPr/>
              <p:nvPr/>
            </p:nvSpPr>
            <p:spPr>
              <a:xfrm>
                <a:off x="7391160" y="2918160"/>
                <a:ext cx="366840" cy="807120"/>
              </a:xfrm>
              <a:custGeom>
                <a:avLst/>
                <a:gdLst>
                  <a:gd name="textAreaLeft" fmla="*/ 0 w 366840"/>
                  <a:gd name="textAreaRight" fmla="*/ 367200 w 366840"/>
                  <a:gd name="textAreaTop" fmla="*/ 0 h 807120"/>
                  <a:gd name="textAreaBottom" fmla="*/ 807480 h 807120"/>
                </a:gdLst>
                <a:ahLst/>
                <a:cxnLst/>
                <a:rect l="textAreaLeft" t="textAreaTop" r="textAreaRight" b="textAreaBottom"/>
                <a:pathLst>
                  <a:path w="119" h="262">
                    <a:moveTo>
                      <a:pt x="119" y="106"/>
                    </a:moveTo>
                    <a:cubicBezTo>
                      <a:pt x="119" y="106"/>
                      <a:pt x="77" y="157"/>
                      <a:pt x="79" y="250"/>
                    </a:cubicBezTo>
                    <a:cubicBezTo>
                      <a:pt x="79" y="257"/>
                      <a:pt x="74" y="262"/>
                      <a:pt x="68" y="262"/>
                    </a:cubicBezTo>
                    <a:cubicBezTo>
                      <a:pt x="68" y="262"/>
                      <a:pt x="68" y="262"/>
                      <a:pt x="68" y="262"/>
                    </a:cubicBezTo>
                    <a:cubicBezTo>
                      <a:pt x="63" y="262"/>
                      <a:pt x="59" y="260"/>
                      <a:pt x="57" y="256"/>
                    </a:cubicBezTo>
                    <a:cubicBezTo>
                      <a:pt x="50" y="240"/>
                      <a:pt x="30" y="199"/>
                      <a:pt x="17" y="157"/>
                    </a:cubicBezTo>
                    <a:cubicBezTo>
                      <a:pt x="0" y="105"/>
                      <a:pt x="93" y="0"/>
                      <a:pt x="93" y="0"/>
                    </a:cubicBezTo>
                    <a:lnTo>
                      <a:pt x="119" y="10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3" name="Google Shape;1295;p37"/>
              <p:cNvSpPr/>
              <p:nvPr/>
            </p:nvSpPr>
            <p:spPr>
              <a:xfrm>
                <a:off x="7917840" y="2918160"/>
                <a:ext cx="366840" cy="807120"/>
              </a:xfrm>
              <a:custGeom>
                <a:avLst/>
                <a:gdLst>
                  <a:gd name="textAreaLeft" fmla="*/ 0 w 366840"/>
                  <a:gd name="textAreaRight" fmla="*/ 367200 w 366840"/>
                  <a:gd name="textAreaTop" fmla="*/ 0 h 807120"/>
                  <a:gd name="textAreaBottom" fmla="*/ 807480 h 807120"/>
                </a:gdLst>
                <a:ahLst/>
                <a:cxnLst/>
                <a:rect l="textAreaLeft" t="textAreaTop" r="textAreaRight" b="textAreaBottom"/>
                <a:pathLst>
                  <a:path w="119" h="262">
                    <a:moveTo>
                      <a:pt x="0" y="106"/>
                    </a:moveTo>
                    <a:cubicBezTo>
                      <a:pt x="0" y="106"/>
                      <a:pt x="43" y="157"/>
                      <a:pt x="40" y="250"/>
                    </a:cubicBezTo>
                    <a:cubicBezTo>
                      <a:pt x="40" y="257"/>
                      <a:pt x="45" y="262"/>
                      <a:pt x="52" y="262"/>
                    </a:cubicBezTo>
                    <a:cubicBezTo>
                      <a:pt x="52" y="262"/>
                      <a:pt x="52" y="262"/>
                      <a:pt x="52" y="262"/>
                    </a:cubicBezTo>
                    <a:cubicBezTo>
                      <a:pt x="56" y="262"/>
                      <a:pt x="60" y="260"/>
                      <a:pt x="62" y="256"/>
                    </a:cubicBezTo>
                    <a:cubicBezTo>
                      <a:pt x="69" y="240"/>
                      <a:pt x="89" y="199"/>
                      <a:pt x="102" y="157"/>
                    </a:cubicBezTo>
                    <a:cubicBezTo>
                      <a:pt x="119" y="105"/>
                      <a:pt x="26" y="0"/>
                      <a:pt x="26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4" name="Google Shape;1296;p37"/>
              <p:cNvSpPr/>
              <p:nvPr/>
            </p:nvSpPr>
            <p:spPr>
              <a:xfrm>
                <a:off x="7619400" y="1820160"/>
                <a:ext cx="437040" cy="1535040"/>
              </a:xfrm>
              <a:custGeom>
                <a:avLst/>
                <a:gdLst>
                  <a:gd name="textAreaLeft" fmla="*/ 0 w 437040"/>
                  <a:gd name="textAreaRight" fmla="*/ 437400 w 437040"/>
                  <a:gd name="textAreaTop" fmla="*/ 0 h 1535040"/>
                  <a:gd name="textAreaBottom" fmla="*/ 1535400 h 1535040"/>
                </a:gdLst>
                <a:ahLst/>
                <a:cxnLst/>
                <a:rect l="textAreaLeft" t="textAreaTop" r="textAreaRight" b="textAreaBottom"/>
                <a:pathLst>
                  <a:path w="142" h="498">
                    <a:moveTo>
                      <a:pt x="78" y="6"/>
                    </a:moveTo>
                    <a:cubicBezTo>
                      <a:pt x="75" y="0"/>
                      <a:pt x="67" y="0"/>
                      <a:pt x="64" y="6"/>
                    </a:cubicBezTo>
                    <a:cubicBezTo>
                      <a:pt x="46" y="43"/>
                      <a:pt x="0" y="147"/>
                      <a:pt x="0" y="236"/>
                    </a:cubicBezTo>
                    <a:cubicBezTo>
                      <a:pt x="0" y="347"/>
                      <a:pt x="43" y="492"/>
                      <a:pt x="43" y="492"/>
                    </a:cubicBezTo>
                    <a:cubicBezTo>
                      <a:pt x="61" y="498"/>
                      <a:pt x="81" y="498"/>
                      <a:pt x="99" y="492"/>
                    </a:cubicBezTo>
                    <a:cubicBezTo>
                      <a:pt x="99" y="492"/>
                      <a:pt x="142" y="347"/>
                      <a:pt x="142" y="236"/>
                    </a:cubicBezTo>
                    <a:cubicBezTo>
                      <a:pt x="142" y="147"/>
                      <a:pt x="96" y="43"/>
                      <a:pt x="78" y="6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5" name="Google Shape;1297;p37"/>
              <p:cNvSpPr/>
              <p:nvPr/>
            </p:nvSpPr>
            <p:spPr>
              <a:xfrm>
                <a:off x="7736400" y="3275280"/>
                <a:ext cx="205920" cy="80280"/>
              </a:xfrm>
              <a:custGeom>
                <a:avLst/>
                <a:gdLst>
                  <a:gd name="textAreaLeft" fmla="*/ 0 w 205920"/>
                  <a:gd name="textAreaRight" fmla="*/ 206280 w 205920"/>
                  <a:gd name="textAreaTop" fmla="*/ 0 h 80280"/>
                  <a:gd name="textAreaBottom" fmla="*/ 80640 h 80280"/>
                </a:gdLst>
                <a:ahLst/>
                <a:cxnLst/>
                <a:rect l="textAreaLeft" t="textAreaTop" r="textAreaRight" b="textAreaBottom"/>
                <a:pathLst>
                  <a:path w="67" h="26">
                    <a:moveTo>
                      <a:pt x="0" y="0"/>
                    </a:moveTo>
                    <a:cubicBezTo>
                      <a:pt x="3" y="13"/>
                      <a:pt x="5" y="20"/>
                      <a:pt x="5" y="20"/>
                    </a:cubicBezTo>
                    <a:cubicBezTo>
                      <a:pt x="23" y="26"/>
                      <a:pt x="43" y="26"/>
                      <a:pt x="61" y="20"/>
                    </a:cubicBezTo>
                    <a:cubicBezTo>
                      <a:pt x="61" y="20"/>
                      <a:pt x="63" y="13"/>
                      <a:pt x="67" y="0"/>
                    </a:cubicBezTo>
                    <a:cubicBezTo>
                      <a:pt x="45" y="5"/>
                      <a:pt x="22" y="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0320" bIns="403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6" name="Google Shape;1298;p37"/>
              <p:cNvSpPr/>
              <p:nvPr/>
            </p:nvSpPr>
            <p:spPr>
              <a:xfrm>
                <a:off x="7675200" y="1820160"/>
                <a:ext cx="325440" cy="391680"/>
              </a:xfrm>
              <a:custGeom>
                <a:avLst/>
                <a:gdLst>
                  <a:gd name="textAreaLeft" fmla="*/ 0 w 325440"/>
                  <a:gd name="textAreaRight" fmla="*/ 325800 w 325440"/>
                  <a:gd name="textAreaTop" fmla="*/ 0 h 391680"/>
                  <a:gd name="textAreaBottom" fmla="*/ 392040 h 391680"/>
                </a:gdLst>
                <a:ahLst/>
                <a:cxnLst/>
                <a:rect l="textAreaLeft" t="textAreaTop" r="textAreaRight" b="textAreaBottom"/>
                <a:pathLst>
                  <a:path w="106" h="127">
                    <a:moveTo>
                      <a:pt x="106" y="127"/>
                    </a:moveTo>
                    <a:cubicBezTo>
                      <a:pt x="92" y="74"/>
                      <a:pt x="71" y="28"/>
                      <a:pt x="60" y="6"/>
                    </a:cubicBezTo>
                    <a:cubicBezTo>
                      <a:pt x="57" y="0"/>
                      <a:pt x="49" y="0"/>
                      <a:pt x="46" y="6"/>
                    </a:cubicBezTo>
                    <a:cubicBezTo>
                      <a:pt x="35" y="28"/>
                      <a:pt x="15" y="74"/>
                      <a:pt x="0" y="127"/>
                    </a:cubicBezTo>
                    <a:cubicBezTo>
                      <a:pt x="35" y="125"/>
                      <a:pt x="71" y="125"/>
                      <a:pt x="106" y="127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7" name="Google Shape;1299;p37"/>
              <p:cNvSpPr/>
              <p:nvPr/>
            </p:nvSpPr>
            <p:spPr>
              <a:xfrm>
                <a:off x="7760880" y="2405520"/>
                <a:ext cx="163080" cy="16308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8" name="Google Shape;1300;p37"/>
              <p:cNvSpPr/>
              <p:nvPr/>
            </p:nvSpPr>
            <p:spPr>
              <a:xfrm>
                <a:off x="7776360" y="2665080"/>
                <a:ext cx="132120" cy="13212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9" name="Google Shape;1301;p37"/>
              <p:cNvSpPr/>
              <p:nvPr/>
            </p:nvSpPr>
            <p:spPr>
              <a:xfrm>
                <a:off x="7785720" y="2893680"/>
                <a:ext cx="114120" cy="11232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960" bIns="39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200" name="Google Shape;1302;p37"/>
            <p:cNvCxnSpPr/>
            <p:nvPr/>
          </p:nvCxnSpPr>
          <p:spPr>
            <a:xfrm>
              <a:off x="3961800" y="4370040"/>
              <a:ext cx="4816080" cy="360"/>
            </a:xfrm>
            <a:prstGeom prst="straightConnector1">
              <a:avLst/>
            </a:prstGeom>
            <a:ln w="9525">
              <a:solidFill>
                <a:srgbClr val="FFFEF4"/>
              </a:solidFill>
              <a:round/>
            </a:ln>
          </p:spPr>
        </p:cxnSp>
        <p:sp>
          <p:nvSpPr>
            <p:cNvPr id="1201" name="Google Shape;1303;p37"/>
            <p:cNvSpPr/>
            <p:nvPr/>
          </p:nvSpPr>
          <p:spPr>
            <a:xfrm>
              <a:off x="7023600" y="1325160"/>
              <a:ext cx="709920" cy="322200"/>
            </a:xfrm>
            <a:custGeom>
              <a:avLst/>
              <a:gdLst>
                <a:gd name="textAreaLeft" fmla="*/ 0 w 709920"/>
                <a:gd name="textAreaRight" fmla="*/ 710280 w 709920"/>
                <a:gd name="textAreaTop" fmla="*/ 0 h 322200"/>
                <a:gd name="textAreaBottom" fmla="*/ 322560 h 322200"/>
              </a:gdLst>
              <a:ahLst/>
              <a:cxnLst/>
              <a:rect l="textAreaLeft" t="textAreaTop" r="textAreaRight" b="textAreaBottom"/>
              <a:pathLst>
                <a:path w="968" h="439">
                  <a:moveTo>
                    <a:pt x="882" y="266"/>
                  </a:moveTo>
                  <a:cubicBezTo>
                    <a:pt x="847" y="266"/>
                    <a:pt x="847" y="266"/>
                    <a:pt x="847" y="266"/>
                  </a:cubicBezTo>
                  <a:cubicBezTo>
                    <a:pt x="847" y="119"/>
                    <a:pt x="727" y="0"/>
                    <a:pt x="580" y="0"/>
                  </a:cubicBezTo>
                  <a:cubicBezTo>
                    <a:pt x="472" y="0"/>
                    <a:pt x="379" y="65"/>
                    <a:pt x="337" y="158"/>
                  </a:cubicBezTo>
                  <a:cubicBezTo>
                    <a:pt x="319" y="147"/>
                    <a:pt x="297" y="141"/>
                    <a:pt x="274" y="141"/>
                  </a:cubicBezTo>
                  <a:cubicBezTo>
                    <a:pt x="205" y="141"/>
                    <a:pt x="149" y="197"/>
                    <a:pt x="149" y="266"/>
                  </a:cubicBezTo>
                  <a:cubicBezTo>
                    <a:pt x="86" y="266"/>
                    <a:pt x="86" y="266"/>
                    <a:pt x="86" y="266"/>
                  </a:cubicBezTo>
                  <a:cubicBezTo>
                    <a:pt x="39" y="266"/>
                    <a:pt x="0" y="305"/>
                    <a:pt x="0" y="353"/>
                  </a:cubicBezTo>
                  <a:cubicBezTo>
                    <a:pt x="0" y="401"/>
                    <a:pt x="39" y="439"/>
                    <a:pt x="86" y="439"/>
                  </a:cubicBezTo>
                  <a:cubicBezTo>
                    <a:pt x="882" y="439"/>
                    <a:pt x="882" y="439"/>
                    <a:pt x="882" y="439"/>
                  </a:cubicBezTo>
                  <a:cubicBezTo>
                    <a:pt x="929" y="439"/>
                    <a:pt x="968" y="401"/>
                    <a:pt x="968" y="353"/>
                  </a:cubicBezTo>
                  <a:cubicBezTo>
                    <a:pt x="968" y="305"/>
                    <a:pt x="929" y="266"/>
                    <a:pt x="882" y="266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2" name="Google Shape;1304;p37"/>
            <p:cNvSpPr/>
            <p:nvPr/>
          </p:nvSpPr>
          <p:spPr>
            <a:xfrm>
              <a:off x="5639760" y="1678320"/>
              <a:ext cx="549360" cy="249480"/>
            </a:xfrm>
            <a:custGeom>
              <a:avLst/>
              <a:gdLst>
                <a:gd name="textAreaLeft" fmla="*/ 0 w 549360"/>
                <a:gd name="textAreaRight" fmla="*/ 549720 w 54936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749" h="340">
                  <a:moveTo>
                    <a:pt x="67" y="206"/>
                  </a:moveTo>
                  <a:cubicBezTo>
                    <a:pt x="94" y="206"/>
                    <a:pt x="94" y="206"/>
                    <a:pt x="94" y="206"/>
                  </a:cubicBezTo>
                  <a:cubicBezTo>
                    <a:pt x="94" y="92"/>
                    <a:pt x="186" y="0"/>
                    <a:pt x="300" y="0"/>
                  </a:cubicBezTo>
                  <a:cubicBezTo>
                    <a:pt x="384" y="0"/>
                    <a:pt x="456" y="50"/>
                    <a:pt x="488" y="122"/>
                  </a:cubicBezTo>
                  <a:cubicBezTo>
                    <a:pt x="502" y="114"/>
                    <a:pt x="519" y="109"/>
                    <a:pt x="536" y="109"/>
                  </a:cubicBezTo>
                  <a:cubicBezTo>
                    <a:pt x="590" y="109"/>
                    <a:pt x="633" y="153"/>
                    <a:pt x="633" y="206"/>
                  </a:cubicBezTo>
                  <a:cubicBezTo>
                    <a:pt x="682" y="206"/>
                    <a:pt x="682" y="206"/>
                    <a:pt x="682" y="206"/>
                  </a:cubicBezTo>
                  <a:cubicBezTo>
                    <a:pt x="719" y="206"/>
                    <a:pt x="749" y="236"/>
                    <a:pt x="749" y="273"/>
                  </a:cubicBezTo>
                  <a:cubicBezTo>
                    <a:pt x="749" y="310"/>
                    <a:pt x="719" y="340"/>
                    <a:pt x="682" y="340"/>
                  </a:cubicBezTo>
                  <a:cubicBezTo>
                    <a:pt x="67" y="340"/>
                    <a:pt x="67" y="340"/>
                    <a:pt x="67" y="340"/>
                  </a:cubicBezTo>
                  <a:cubicBezTo>
                    <a:pt x="30" y="340"/>
                    <a:pt x="0" y="310"/>
                    <a:pt x="0" y="273"/>
                  </a:cubicBezTo>
                  <a:cubicBezTo>
                    <a:pt x="0" y="236"/>
                    <a:pt x="30" y="206"/>
                    <a:pt x="67" y="206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03" name="Google Shape;1305;p37"/>
            <p:cNvGrpSpPr/>
            <p:nvPr/>
          </p:nvGrpSpPr>
          <p:grpSpPr>
            <a:xfrm>
              <a:off x="4187520" y="3559680"/>
              <a:ext cx="572760" cy="803520"/>
              <a:chOff x="4187520" y="3559680"/>
              <a:chExt cx="572760" cy="803520"/>
            </a:xfrm>
          </p:grpSpPr>
          <p:grpSp>
            <p:nvGrpSpPr>
              <p:cNvPr id="1204" name="Google Shape;1306;p37"/>
              <p:cNvGrpSpPr/>
              <p:nvPr/>
            </p:nvGrpSpPr>
            <p:grpSpPr>
              <a:xfrm>
                <a:off x="4187520" y="3559680"/>
                <a:ext cx="572760" cy="467280"/>
                <a:chOff x="4187520" y="3559680"/>
                <a:chExt cx="572760" cy="467280"/>
              </a:xfrm>
            </p:grpSpPr>
            <p:sp>
              <p:nvSpPr>
                <p:cNvPr id="1205" name="Google Shape;1307;p37"/>
                <p:cNvSpPr/>
                <p:nvPr/>
              </p:nvSpPr>
              <p:spPr>
                <a:xfrm>
                  <a:off x="4362120" y="3559680"/>
                  <a:ext cx="302760" cy="84600"/>
                </a:xfrm>
                <a:custGeom>
                  <a:avLst/>
                  <a:gdLst>
                    <a:gd name="textAreaLeft" fmla="*/ 0 w 302760"/>
                    <a:gd name="textAreaRight" fmla="*/ 303120 w 30276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264" h="74">
                      <a:moveTo>
                        <a:pt x="183" y="0"/>
                      </a:moveTo>
                      <a:cubicBezTo>
                        <a:pt x="73" y="0"/>
                        <a:pt x="73" y="0"/>
                        <a:pt x="73" y="0"/>
                      </a:cubicBezTo>
                      <a:cubicBezTo>
                        <a:pt x="63" y="0"/>
                        <a:pt x="53" y="5"/>
                        <a:pt x="47" y="13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264" y="74"/>
                        <a:pt x="264" y="74"/>
                        <a:pt x="264" y="74"/>
                      </a:cubicBezTo>
                      <a:cubicBezTo>
                        <a:pt x="222" y="19"/>
                        <a:pt x="222" y="19"/>
                        <a:pt x="222" y="19"/>
                      </a:cubicBezTo>
                      <a:cubicBezTo>
                        <a:pt x="213" y="7"/>
                        <a:pt x="198" y="0"/>
                        <a:pt x="1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6" name="Google Shape;1308;p37"/>
                <p:cNvSpPr/>
                <p:nvPr/>
              </p:nvSpPr>
              <p:spPr>
                <a:xfrm>
                  <a:off x="4404600" y="3559680"/>
                  <a:ext cx="260280" cy="84600"/>
                </a:xfrm>
                <a:custGeom>
                  <a:avLst/>
                  <a:gdLst>
                    <a:gd name="textAreaLeft" fmla="*/ 0 w 260280"/>
                    <a:gd name="textAreaRight" fmla="*/ 260640 w 26028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227" h="74">
                      <a:moveTo>
                        <a:pt x="154" y="0"/>
                      </a:moveTo>
                      <a:cubicBezTo>
                        <a:pt x="73" y="0"/>
                        <a:pt x="73" y="0"/>
                        <a:pt x="73" y="0"/>
                      </a:cubicBezTo>
                      <a:cubicBezTo>
                        <a:pt x="63" y="0"/>
                        <a:pt x="53" y="5"/>
                        <a:pt x="47" y="13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227" y="74"/>
                        <a:pt x="227" y="74"/>
                        <a:pt x="227" y="74"/>
                      </a:cubicBezTo>
                      <a:cubicBezTo>
                        <a:pt x="180" y="13"/>
                        <a:pt x="180" y="13"/>
                        <a:pt x="180" y="13"/>
                      </a:cubicBezTo>
                      <a:cubicBezTo>
                        <a:pt x="174" y="5"/>
                        <a:pt x="164" y="0"/>
                        <a:pt x="1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7" name="Google Shape;1309;p37"/>
                <p:cNvSpPr/>
                <p:nvPr/>
              </p:nvSpPr>
              <p:spPr>
                <a:xfrm>
                  <a:off x="4187520" y="3633120"/>
                  <a:ext cx="572760" cy="393840"/>
                </a:xfrm>
                <a:custGeom>
                  <a:avLst/>
                  <a:gdLst>
                    <a:gd name="textAreaLeft" fmla="*/ 0 w 572760"/>
                    <a:gd name="textAreaRight" fmla="*/ 573120 w 572760"/>
                    <a:gd name="textAreaTop" fmla="*/ 0 h 393840"/>
                    <a:gd name="textAreaBottom" fmla="*/ 394200 h 393840"/>
                  </a:gdLst>
                  <a:ahLst/>
                  <a:cxnLst/>
                  <a:rect l="textAreaLeft" t="textAreaTop" r="textAreaRight" b="textAreaBottom"/>
                  <a:pathLst>
                    <a:path w="499" h="343">
                      <a:moveTo>
                        <a:pt x="485" y="343"/>
                      </a:moveTo>
                      <a:cubicBezTo>
                        <a:pt x="14" y="343"/>
                        <a:pt x="14" y="343"/>
                        <a:pt x="14" y="343"/>
                      </a:cubicBezTo>
                      <a:cubicBezTo>
                        <a:pt x="7" y="343"/>
                        <a:pt x="0" y="337"/>
                        <a:pt x="0" y="33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6"/>
                        <a:pt x="7" y="0"/>
                        <a:pt x="14" y="0"/>
                      </a:cubicBezTo>
                      <a:cubicBezTo>
                        <a:pt x="485" y="0"/>
                        <a:pt x="485" y="0"/>
                        <a:pt x="485" y="0"/>
                      </a:cubicBezTo>
                      <a:cubicBezTo>
                        <a:pt x="493" y="0"/>
                        <a:pt x="499" y="6"/>
                        <a:pt x="499" y="13"/>
                      </a:cubicBezTo>
                      <a:cubicBezTo>
                        <a:pt x="499" y="330"/>
                        <a:pt x="499" y="330"/>
                        <a:pt x="499" y="330"/>
                      </a:cubicBezTo>
                      <a:cubicBezTo>
                        <a:pt x="499" y="337"/>
                        <a:pt x="493" y="343"/>
                        <a:pt x="485" y="34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8" name="Google Shape;1310;p37"/>
                <p:cNvSpPr/>
                <p:nvPr/>
              </p:nvSpPr>
              <p:spPr>
                <a:xfrm>
                  <a:off x="4187520" y="3633120"/>
                  <a:ext cx="121680" cy="393840"/>
                </a:xfrm>
                <a:custGeom>
                  <a:avLst/>
                  <a:gdLst>
                    <a:gd name="textAreaLeft" fmla="*/ 0 w 121680"/>
                    <a:gd name="textAreaRight" fmla="*/ 122040 w 121680"/>
                    <a:gd name="textAreaTop" fmla="*/ 0 h 393840"/>
                    <a:gd name="textAreaBottom" fmla="*/ 394200 h 393840"/>
                  </a:gdLst>
                  <a:ahLst/>
                  <a:cxnLst/>
                  <a:rect l="textAreaLeft" t="textAreaTop" r="textAreaRight" b="textAreaBottom"/>
                  <a:pathLst>
                    <a:path w="106" h="343">
                      <a:moveTo>
                        <a:pt x="106" y="343"/>
                      </a:moveTo>
                      <a:cubicBezTo>
                        <a:pt x="14" y="343"/>
                        <a:pt x="14" y="343"/>
                        <a:pt x="14" y="343"/>
                      </a:cubicBezTo>
                      <a:cubicBezTo>
                        <a:pt x="6" y="343"/>
                        <a:pt x="0" y="337"/>
                        <a:pt x="0" y="33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106" y="0"/>
                        <a:pt x="106" y="0"/>
                        <a:pt x="106" y="0"/>
                      </a:cubicBezTo>
                      <a:lnTo>
                        <a:pt x="106" y="34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9" name="Google Shape;1311;p37"/>
                <p:cNvSpPr/>
                <p:nvPr/>
              </p:nvSpPr>
              <p:spPr>
                <a:xfrm>
                  <a:off x="4367880" y="3663000"/>
                  <a:ext cx="333720" cy="333720"/>
                </a:xfrm>
                <a:prstGeom prst="ellipse">
                  <a:avLst/>
                </a:pr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0" name="Google Shape;1312;p37"/>
                <p:cNvSpPr/>
                <p:nvPr/>
              </p:nvSpPr>
              <p:spPr>
                <a:xfrm>
                  <a:off x="4411440" y="3706560"/>
                  <a:ext cx="246600" cy="24660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1" name="Google Shape;1313;p37"/>
                <p:cNvSpPr/>
                <p:nvPr/>
              </p:nvSpPr>
              <p:spPr>
                <a:xfrm>
                  <a:off x="4426560" y="3721680"/>
                  <a:ext cx="216720" cy="216720"/>
                </a:xfrm>
                <a:prstGeom prst="ellipse">
                  <a:avLst/>
                </a:pr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2" name="Google Shape;1314;p37"/>
                <p:cNvSpPr/>
                <p:nvPr/>
              </p:nvSpPr>
              <p:spPr>
                <a:xfrm>
                  <a:off x="4591080" y="3798720"/>
                  <a:ext cx="22320" cy="2376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640" bIns="8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3" name="Google Shape;1315;p37"/>
                <p:cNvSpPr/>
                <p:nvPr/>
              </p:nvSpPr>
              <p:spPr>
                <a:xfrm>
                  <a:off x="4552920" y="3752640"/>
                  <a:ext cx="42120" cy="4140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760" bIns="147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214" name="Google Shape;1316;p37"/>
              <p:cNvGrpSpPr/>
              <p:nvPr/>
            </p:nvGrpSpPr>
            <p:grpSpPr>
              <a:xfrm>
                <a:off x="4218120" y="4011120"/>
                <a:ext cx="511560" cy="352080"/>
                <a:chOff x="4218120" y="4011120"/>
                <a:chExt cx="511560" cy="352080"/>
              </a:xfrm>
            </p:grpSpPr>
            <p:sp>
              <p:nvSpPr>
                <p:cNvPr id="1215" name="Google Shape;1317;p37"/>
                <p:cNvSpPr/>
                <p:nvPr/>
              </p:nvSpPr>
              <p:spPr>
                <a:xfrm>
                  <a:off x="4457880" y="4071600"/>
                  <a:ext cx="30600" cy="47880"/>
                </a:xfrm>
                <a:prstGeom prst="rect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120" bIns="241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6" name="Google Shape;1318;p37"/>
                <p:cNvSpPr/>
                <p:nvPr/>
              </p:nvSpPr>
              <p:spPr>
                <a:xfrm>
                  <a:off x="4381200" y="4048200"/>
                  <a:ext cx="76680" cy="73440"/>
                </a:xfrm>
                <a:custGeom>
                  <a:avLst/>
                  <a:gdLst>
                    <a:gd name="textAreaLeft" fmla="*/ 0 w 76680"/>
                    <a:gd name="textAreaRight" fmla="*/ 77040 w 76680"/>
                    <a:gd name="textAreaTop" fmla="*/ 0 h 73440"/>
                    <a:gd name="textAreaBottom" fmla="*/ 73800 h 73440"/>
                  </a:gdLst>
                  <a:ahLst/>
                  <a:cxnLst/>
                  <a:rect l="textAreaLeft" t="textAreaTop" r="textAreaRight" b="textAreaBottom"/>
                  <a:pathLst>
                    <a:path w="102" h="98">
                      <a:moveTo>
                        <a:pt x="38" y="98"/>
                      </a:moveTo>
                      <a:lnTo>
                        <a:pt x="0" y="98"/>
                      </a:lnTo>
                      <a:lnTo>
                        <a:pt x="64" y="0"/>
                      </a:lnTo>
                      <a:lnTo>
                        <a:pt x="102" y="0"/>
                      </a:lnTo>
                      <a:lnTo>
                        <a:pt x="38" y="9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720" bIns="367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7" name="Google Shape;1319;p37"/>
                <p:cNvSpPr/>
                <p:nvPr/>
              </p:nvSpPr>
              <p:spPr>
                <a:xfrm>
                  <a:off x="4490280" y="4048200"/>
                  <a:ext cx="74880" cy="73440"/>
                </a:xfrm>
                <a:custGeom>
                  <a:avLst/>
                  <a:gdLst>
                    <a:gd name="textAreaLeft" fmla="*/ 0 w 74880"/>
                    <a:gd name="textAreaRight" fmla="*/ 75240 w 74880"/>
                    <a:gd name="textAreaTop" fmla="*/ 0 h 73440"/>
                    <a:gd name="textAreaBottom" fmla="*/ 73800 h 73440"/>
                  </a:gdLst>
                  <a:ahLst/>
                  <a:cxnLst/>
                  <a:rect l="textAreaLeft" t="textAreaTop" r="textAreaRight" b="textAreaBottom"/>
                  <a:pathLst>
                    <a:path w="100" h="98">
                      <a:moveTo>
                        <a:pt x="64" y="98"/>
                      </a:moveTo>
                      <a:lnTo>
                        <a:pt x="100" y="98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64" y="9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720" bIns="367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8" name="Google Shape;1320;p37"/>
                <p:cNvSpPr/>
                <p:nvPr/>
              </p:nvSpPr>
              <p:spPr>
                <a:xfrm>
                  <a:off x="4427640" y="4011120"/>
                  <a:ext cx="90720" cy="67680"/>
                </a:xfrm>
                <a:custGeom>
                  <a:avLst/>
                  <a:gdLst>
                    <a:gd name="textAreaLeft" fmla="*/ 0 w 90720"/>
                    <a:gd name="textAreaRight" fmla="*/ 91080 w 9072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51" h="38">
                      <a:moveTo>
                        <a:pt x="33" y="38"/>
                      </a:moveTo>
                      <a:cubicBezTo>
                        <a:pt x="19" y="38"/>
                        <a:pt x="19" y="38"/>
                        <a:pt x="19" y="38"/>
                      </a:cubicBezTo>
                      <a:cubicBezTo>
                        <a:pt x="8" y="38"/>
                        <a:pt x="0" y="30"/>
                        <a:pt x="0" y="2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51" y="20"/>
                        <a:pt x="51" y="20"/>
                        <a:pt x="51" y="20"/>
                      </a:cubicBezTo>
                      <a:cubicBezTo>
                        <a:pt x="51" y="30"/>
                        <a:pt x="43" y="38"/>
                        <a:pt x="33" y="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9" name="Google Shape;1321;p37"/>
                <p:cNvSpPr/>
                <p:nvPr/>
              </p:nvSpPr>
              <p:spPr>
                <a:xfrm>
                  <a:off x="4448880" y="4102560"/>
                  <a:ext cx="47880" cy="26064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60640"/>
                    <a:gd name="textAreaBottom" fmla="*/ 261000 h 260640"/>
                  </a:gdLst>
                  <a:ahLst/>
                  <a:cxnLst/>
                  <a:rect l="textAreaLeft" t="textAreaTop" r="textAreaRight" b="textAreaBottom"/>
                  <a:pathLst>
                    <a:path w="27" h="146">
                      <a:moveTo>
                        <a:pt x="21" y="146"/>
                      </a:moveTo>
                      <a:cubicBezTo>
                        <a:pt x="6" y="146"/>
                        <a:pt x="6" y="146"/>
                        <a:pt x="6" y="146"/>
                      </a:cubicBezTo>
                      <a:cubicBezTo>
                        <a:pt x="3" y="146"/>
                        <a:pt x="0" y="143"/>
                        <a:pt x="0" y="140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24" y="0"/>
                        <a:pt x="27" y="3"/>
                        <a:pt x="27" y="6"/>
                      </a:cubicBezTo>
                      <a:cubicBezTo>
                        <a:pt x="27" y="140"/>
                        <a:pt x="27" y="140"/>
                        <a:pt x="27" y="140"/>
                      </a:cubicBezTo>
                      <a:cubicBezTo>
                        <a:pt x="27" y="143"/>
                        <a:pt x="24" y="146"/>
                        <a:pt x="21" y="14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0" name="Google Shape;1322;p37"/>
                <p:cNvSpPr/>
                <p:nvPr/>
              </p:nvSpPr>
              <p:spPr>
                <a:xfrm>
                  <a:off x="4218120" y="4102560"/>
                  <a:ext cx="209160" cy="260640"/>
                </a:xfrm>
                <a:custGeom>
                  <a:avLst/>
                  <a:gdLst>
                    <a:gd name="textAreaLeft" fmla="*/ 0 w 209160"/>
                    <a:gd name="textAreaRight" fmla="*/ 209520 w 209160"/>
                    <a:gd name="textAreaTop" fmla="*/ 0 h 260640"/>
                    <a:gd name="textAreaBottom" fmla="*/ 261000 h 260640"/>
                  </a:gdLst>
                  <a:ahLst/>
                  <a:cxnLst/>
                  <a:rect l="textAreaLeft" t="textAreaTop" r="textAreaRight" b="textAreaBottom"/>
                  <a:pathLst>
                    <a:path w="117" h="146">
                      <a:moveTo>
                        <a:pt x="18" y="146"/>
                      </a:moveTo>
                      <a:cubicBezTo>
                        <a:pt x="4" y="146"/>
                        <a:pt x="4" y="146"/>
                        <a:pt x="4" y="146"/>
                      </a:cubicBezTo>
                      <a:cubicBezTo>
                        <a:pt x="1" y="146"/>
                        <a:pt x="0" y="143"/>
                        <a:pt x="2" y="140"/>
                      </a:cubicBezTo>
                      <a:cubicBezTo>
                        <a:pt x="89" y="6"/>
                        <a:pt x="89" y="6"/>
                        <a:pt x="89" y="6"/>
                      </a:cubicBezTo>
                      <a:cubicBezTo>
                        <a:pt x="91" y="3"/>
                        <a:pt x="96" y="0"/>
                        <a:pt x="99" y="0"/>
                      </a:cubicBezTo>
                      <a:cubicBezTo>
                        <a:pt x="113" y="0"/>
                        <a:pt x="113" y="0"/>
                        <a:pt x="113" y="0"/>
                      </a:cubicBezTo>
                      <a:cubicBezTo>
                        <a:pt x="117" y="0"/>
                        <a:pt x="117" y="3"/>
                        <a:pt x="115" y="6"/>
                      </a:cubicBezTo>
                      <a:cubicBezTo>
                        <a:pt x="28" y="140"/>
                        <a:pt x="28" y="140"/>
                        <a:pt x="28" y="140"/>
                      </a:cubicBezTo>
                      <a:cubicBezTo>
                        <a:pt x="26" y="143"/>
                        <a:pt x="22" y="146"/>
                        <a:pt x="18" y="14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1" name="Google Shape;1323;p37"/>
                <p:cNvSpPr/>
                <p:nvPr/>
              </p:nvSpPr>
              <p:spPr>
                <a:xfrm>
                  <a:off x="4519080" y="4102560"/>
                  <a:ext cx="210600" cy="260640"/>
                </a:xfrm>
                <a:custGeom>
                  <a:avLst/>
                  <a:gdLst>
                    <a:gd name="textAreaLeft" fmla="*/ 0 w 210600"/>
                    <a:gd name="textAreaRight" fmla="*/ 210960 w 210600"/>
                    <a:gd name="textAreaTop" fmla="*/ 0 h 260640"/>
                    <a:gd name="textAreaBottom" fmla="*/ 261000 h 260640"/>
                  </a:gdLst>
                  <a:ahLst/>
                  <a:cxnLst/>
                  <a:rect l="textAreaLeft" t="textAreaTop" r="textAreaRight" b="textAreaBottom"/>
                  <a:pathLst>
                    <a:path w="118" h="146">
                      <a:moveTo>
                        <a:pt x="99" y="146"/>
                      </a:moveTo>
                      <a:cubicBezTo>
                        <a:pt x="113" y="146"/>
                        <a:pt x="113" y="146"/>
                        <a:pt x="113" y="146"/>
                      </a:cubicBezTo>
                      <a:cubicBezTo>
                        <a:pt x="117" y="146"/>
                        <a:pt x="118" y="143"/>
                        <a:pt x="115" y="140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6" y="3"/>
                        <a:pt x="22" y="0"/>
                        <a:pt x="18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1" y="0"/>
                        <a:pt x="0" y="3"/>
                        <a:pt x="2" y="6"/>
                      </a:cubicBezTo>
                      <a:cubicBezTo>
                        <a:pt x="89" y="140"/>
                        <a:pt x="89" y="140"/>
                        <a:pt x="89" y="140"/>
                      </a:cubicBezTo>
                      <a:cubicBezTo>
                        <a:pt x="91" y="143"/>
                        <a:pt x="96" y="146"/>
                        <a:pt x="99" y="14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222" name="Google Shape;1324;p37"/>
            <p:cNvGrpSpPr/>
            <p:nvPr/>
          </p:nvGrpSpPr>
          <p:grpSpPr>
            <a:xfrm>
              <a:off x="6533640" y="3087360"/>
              <a:ext cx="1026720" cy="1311480"/>
              <a:chOff x="6533640" y="3087360"/>
              <a:chExt cx="1026720" cy="1311480"/>
            </a:xfrm>
          </p:grpSpPr>
          <p:sp>
            <p:nvSpPr>
              <p:cNvPr id="1223" name="Google Shape;1325;p37"/>
              <p:cNvSpPr/>
              <p:nvPr/>
            </p:nvSpPr>
            <p:spPr>
              <a:xfrm>
                <a:off x="6880320" y="3732840"/>
                <a:ext cx="73800" cy="766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520" bIns="38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4" name="Google Shape;1326;p37"/>
              <p:cNvSpPr/>
              <p:nvPr/>
            </p:nvSpPr>
            <p:spPr>
              <a:xfrm>
                <a:off x="6876000" y="3728520"/>
                <a:ext cx="82440" cy="85320"/>
              </a:xfrm>
              <a:custGeom>
                <a:avLst/>
                <a:gdLst>
                  <a:gd name="textAreaLeft" fmla="*/ 0 w 82440"/>
                  <a:gd name="textAreaRight" fmla="*/ 82800 w 8244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59" h="61">
                    <a:moveTo>
                      <a:pt x="56" y="58"/>
                    </a:moveTo>
                    <a:lnTo>
                      <a:pt x="56" y="56"/>
                    </a:lnTo>
                    <a:lnTo>
                      <a:pt x="6" y="56"/>
                    </a:lnTo>
                    <a:lnTo>
                      <a:pt x="6" y="6"/>
                    </a:lnTo>
                    <a:lnTo>
                      <a:pt x="53" y="6"/>
                    </a:lnTo>
                    <a:lnTo>
                      <a:pt x="53" y="58"/>
                    </a:lnTo>
                    <a:lnTo>
                      <a:pt x="56" y="58"/>
                    </a:lnTo>
                    <a:lnTo>
                      <a:pt x="56" y="56"/>
                    </a:lnTo>
                    <a:lnTo>
                      <a:pt x="56" y="58"/>
                    </a:lnTo>
                    <a:lnTo>
                      <a:pt x="59" y="58"/>
                    </a:lnTo>
                    <a:lnTo>
                      <a:pt x="59" y="0"/>
                    </a:lnTo>
                    <a:lnTo>
                      <a:pt x="0" y="0"/>
                    </a:lnTo>
                    <a:lnTo>
                      <a:pt x="0" y="61"/>
                    </a:lnTo>
                    <a:lnTo>
                      <a:pt x="59" y="61"/>
                    </a:lnTo>
                    <a:lnTo>
                      <a:pt x="59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72E5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840" bIns="42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5" name="Google Shape;1327;p37"/>
              <p:cNvSpPr/>
              <p:nvPr/>
            </p:nvSpPr>
            <p:spPr>
              <a:xfrm>
                <a:off x="6970320" y="3188160"/>
                <a:ext cx="189000" cy="213120"/>
              </a:xfrm>
              <a:custGeom>
                <a:avLst/>
                <a:gdLst>
                  <a:gd name="textAreaLeft" fmla="*/ 0 w 189000"/>
                  <a:gd name="textAreaRight" fmla="*/ 189360 w 189000"/>
                  <a:gd name="textAreaTop" fmla="*/ 0 h 213120"/>
                  <a:gd name="textAreaBottom" fmla="*/ 213480 h 213120"/>
                </a:gdLst>
                <a:ahLst/>
                <a:cxnLst/>
                <a:rect l="textAreaLeft" t="textAreaTop" r="textAreaRight" b="textAreaBottom"/>
                <a:pathLst>
                  <a:path w="91" h="102">
                    <a:moveTo>
                      <a:pt x="6" y="13"/>
                    </a:moveTo>
                    <a:cubicBezTo>
                      <a:pt x="6" y="13"/>
                      <a:pt x="8" y="34"/>
                      <a:pt x="0" y="44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7" y="43"/>
                      <a:pt x="9" y="44"/>
                      <a:pt x="9" y="46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5" y="66"/>
                      <a:pt x="24" y="71"/>
                      <a:pt x="33" y="70"/>
                    </a:cubicBezTo>
                    <a:cubicBezTo>
                      <a:pt x="38" y="69"/>
                      <a:pt x="38" y="69"/>
                      <a:pt x="38" y="69"/>
                    </a:cubicBezTo>
                    <a:cubicBezTo>
                      <a:pt x="41" y="69"/>
                      <a:pt x="44" y="71"/>
                      <a:pt x="45" y="73"/>
                    </a:cubicBezTo>
                    <a:cubicBezTo>
                      <a:pt x="52" y="93"/>
                      <a:pt x="52" y="93"/>
                      <a:pt x="52" y="93"/>
                    </a:cubicBezTo>
                    <a:cubicBezTo>
                      <a:pt x="53" y="99"/>
                      <a:pt x="59" y="102"/>
                      <a:pt x="64" y="100"/>
                    </a:cubicBezTo>
                    <a:cubicBezTo>
                      <a:pt x="91" y="94"/>
                      <a:pt x="91" y="94"/>
                      <a:pt x="91" y="94"/>
                    </a:cubicBezTo>
                    <a:cubicBezTo>
                      <a:pt x="55" y="0"/>
                      <a:pt x="55" y="0"/>
                      <a:pt x="55" y="0"/>
                    </a:cubicBez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F0A48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6" name="Google Shape;1328;p37"/>
              <p:cNvSpPr/>
              <p:nvPr/>
            </p:nvSpPr>
            <p:spPr>
              <a:xfrm>
                <a:off x="7256520" y="4127040"/>
                <a:ext cx="196200" cy="234000"/>
              </a:xfrm>
              <a:custGeom>
                <a:avLst/>
                <a:gdLst>
                  <a:gd name="textAreaLeft" fmla="*/ 0 w 196200"/>
                  <a:gd name="textAreaRight" fmla="*/ 196560 w 196200"/>
                  <a:gd name="textAreaTop" fmla="*/ 0 h 234000"/>
                  <a:gd name="textAreaBottom" fmla="*/ 234360 h 234000"/>
                </a:gdLst>
                <a:ahLst/>
                <a:cxnLst/>
                <a:rect l="textAreaLeft" t="textAreaTop" r="textAreaRight" b="textAreaBottom"/>
                <a:pathLst>
                  <a:path w="94" h="112">
                    <a:moveTo>
                      <a:pt x="6" y="22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8" y="0"/>
                      <a:pt x="92" y="27"/>
                      <a:pt x="93" y="57"/>
                    </a:cubicBezTo>
                    <a:cubicBezTo>
                      <a:pt x="94" y="87"/>
                      <a:pt x="83" y="110"/>
                      <a:pt x="62" y="112"/>
                    </a:cubicBezTo>
                    <a:cubicBezTo>
                      <a:pt x="55" y="112"/>
                      <a:pt x="64" y="90"/>
                      <a:pt x="63" y="76"/>
                    </a:cubicBezTo>
                    <a:cubicBezTo>
                      <a:pt x="63" y="68"/>
                      <a:pt x="55" y="60"/>
                      <a:pt x="48" y="55"/>
                    </a:cubicBezTo>
                    <a:cubicBezTo>
                      <a:pt x="44" y="52"/>
                      <a:pt x="39" y="52"/>
                      <a:pt x="35" y="53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6" y="22"/>
                    </a:lnTo>
                    <a:close/>
                  </a:path>
                </a:pathLst>
              </a:custGeom>
              <a:solidFill>
                <a:srgbClr val="F0A48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7" name="Google Shape;1329;p37"/>
              <p:cNvSpPr/>
              <p:nvPr/>
            </p:nvSpPr>
            <p:spPr>
              <a:xfrm>
                <a:off x="7364520" y="4127040"/>
                <a:ext cx="88200" cy="2340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234000"/>
                  <a:gd name="textAreaBottom" fmla="*/ 234360 h 234000"/>
                </a:gdLst>
                <a:ahLst/>
                <a:cxnLst/>
                <a:rect l="textAreaLeft" t="textAreaTop" r="textAreaRight" b="textAreaBottom"/>
                <a:pathLst>
                  <a:path w="42" h="112">
                    <a:moveTo>
                      <a:pt x="41" y="57"/>
                    </a:moveTo>
                    <a:cubicBezTo>
                      <a:pt x="40" y="27"/>
                      <a:pt x="26" y="0"/>
                      <a:pt x="26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5" y="17"/>
                      <a:pt x="14" y="39"/>
                      <a:pt x="5" y="63"/>
                    </a:cubicBezTo>
                    <a:cubicBezTo>
                      <a:pt x="8" y="67"/>
                      <a:pt x="11" y="71"/>
                      <a:pt x="11" y="76"/>
                    </a:cubicBezTo>
                    <a:cubicBezTo>
                      <a:pt x="12" y="90"/>
                      <a:pt x="3" y="112"/>
                      <a:pt x="10" y="112"/>
                    </a:cubicBezTo>
                    <a:cubicBezTo>
                      <a:pt x="31" y="110"/>
                      <a:pt x="42" y="87"/>
                      <a:pt x="41" y="57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8" name="Google Shape;1330;p37"/>
              <p:cNvSpPr/>
              <p:nvPr/>
            </p:nvSpPr>
            <p:spPr>
              <a:xfrm>
                <a:off x="6766560" y="3668040"/>
                <a:ext cx="568080" cy="597600"/>
              </a:xfrm>
              <a:custGeom>
                <a:avLst/>
                <a:gdLst>
                  <a:gd name="textAreaLeft" fmla="*/ 0 w 568080"/>
                  <a:gd name="textAreaRight" fmla="*/ 568440 w 568080"/>
                  <a:gd name="textAreaTop" fmla="*/ 0 h 597600"/>
                  <a:gd name="textAreaBottom" fmla="*/ 597960 h 597600"/>
                </a:gdLst>
                <a:ahLst/>
                <a:cxnLst/>
                <a:rect l="textAreaLeft" t="textAreaTop" r="textAreaRight" b="textAreaBottom"/>
                <a:pathLst>
                  <a:path w="272" h="285">
                    <a:moveTo>
                      <a:pt x="212" y="74"/>
                    </a:moveTo>
                    <a:cubicBezTo>
                      <a:pt x="212" y="74"/>
                      <a:pt x="74" y="0"/>
                      <a:pt x="37" y="35"/>
                    </a:cubicBezTo>
                    <a:cubicBezTo>
                      <a:pt x="0" y="71"/>
                      <a:pt x="86" y="285"/>
                      <a:pt x="86" y="285"/>
                    </a:cubicBezTo>
                    <a:cubicBezTo>
                      <a:pt x="147" y="285"/>
                      <a:pt x="147" y="285"/>
                      <a:pt x="147" y="285"/>
                    </a:cubicBezTo>
                    <a:cubicBezTo>
                      <a:pt x="103" y="127"/>
                      <a:pt x="103" y="127"/>
                      <a:pt x="103" y="127"/>
                    </a:cubicBezTo>
                    <a:cubicBezTo>
                      <a:pt x="103" y="127"/>
                      <a:pt x="172" y="158"/>
                      <a:pt x="217" y="168"/>
                    </a:cubicBezTo>
                    <a:cubicBezTo>
                      <a:pt x="272" y="180"/>
                      <a:pt x="272" y="84"/>
                      <a:pt x="272" y="84"/>
                    </a:cubicBezTo>
                    <a:lnTo>
                      <a:pt x="212" y="74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9" name="Google Shape;1331;p37"/>
              <p:cNvSpPr/>
              <p:nvPr/>
            </p:nvSpPr>
            <p:spPr>
              <a:xfrm>
                <a:off x="6905520" y="3817080"/>
                <a:ext cx="277560" cy="309960"/>
              </a:xfrm>
              <a:custGeom>
                <a:avLst/>
                <a:gdLst>
                  <a:gd name="textAreaLeft" fmla="*/ 0 w 277560"/>
                  <a:gd name="textAreaRight" fmla="*/ 277920 w 277560"/>
                  <a:gd name="textAreaTop" fmla="*/ 0 h 309960"/>
                  <a:gd name="textAreaBottom" fmla="*/ 310320 h 309960"/>
                </a:gdLst>
                <a:ahLst/>
                <a:cxnLst/>
                <a:rect l="textAreaLeft" t="textAreaTop" r="textAreaRight" b="textAreaBottom"/>
                <a:pathLst>
                  <a:path w="133" h="148">
                    <a:moveTo>
                      <a:pt x="133" y="40"/>
                    </a:moveTo>
                    <a:cubicBezTo>
                      <a:pt x="133" y="40"/>
                      <a:pt x="110" y="30"/>
                      <a:pt x="84" y="20"/>
                    </a:cubicBezTo>
                    <a:cubicBezTo>
                      <a:pt x="58" y="10"/>
                      <a:pt x="28" y="0"/>
                      <a:pt x="13" y="0"/>
                    </a:cubicBezTo>
                    <a:cubicBezTo>
                      <a:pt x="10" y="0"/>
                      <a:pt x="7" y="0"/>
                      <a:pt x="6" y="1"/>
                    </a:cubicBezTo>
                    <a:cubicBezTo>
                      <a:pt x="3" y="2"/>
                      <a:pt x="2" y="4"/>
                      <a:pt x="1" y="7"/>
                    </a:cubicBezTo>
                    <a:cubicBezTo>
                      <a:pt x="0" y="10"/>
                      <a:pt x="0" y="14"/>
                      <a:pt x="0" y="18"/>
                    </a:cubicBezTo>
                    <a:cubicBezTo>
                      <a:pt x="0" y="37"/>
                      <a:pt x="7" y="70"/>
                      <a:pt x="15" y="97"/>
                    </a:cubicBezTo>
                    <a:cubicBezTo>
                      <a:pt x="22" y="125"/>
                      <a:pt x="29" y="148"/>
                      <a:pt x="29" y="148"/>
                    </a:cubicBezTo>
                    <a:cubicBezTo>
                      <a:pt x="31" y="147"/>
                      <a:pt x="31" y="147"/>
                      <a:pt x="31" y="147"/>
                    </a:cubicBezTo>
                    <a:cubicBezTo>
                      <a:pt x="31" y="147"/>
                      <a:pt x="29" y="142"/>
                      <a:pt x="27" y="132"/>
                    </a:cubicBezTo>
                    <a:cubicBezTo>
                      <a:pt x="18" y="105"/>
                      <a:pt x="2" y="46"/>
                      <a:pt x="2" y="18"/>
                    </a:cubicBezTo>
                    <a:cubicBezTo>
                      <a:pt x="2" y="14"/>
                      <a:pt x="2" y="10"/>
                      <a:pt x="3" y="8"/>
                    </a:cubicBezTo>
                    <a:cubicBezTo>
                      <a:pt x="4" y="5"/>
                      <a:pt x="5" y="4"/>
                      <a:pt x="6" y="3"/>
                    </a:cubicBezTo>
                    <a:cubicBezTo>
                      <a:pt x="8" y="2"/>
                      <a:pt x="10" y="2"/>
                      <a:pt x="13" y="2"/>
                    </a:cubicBezTo>
                    <a:cubicBezTo>
                      <a:pt x="27" y="2"/>
                      <a:pt x="57" y="12"/>
                      <a:pt x="83" y="22"/>
                    </a:cubicBezTo>
                    <a:cubicBezTo>
                      <a:pt x="96" y="27"/>
                      <a:pt x="109" y="32"/>
                      <a:pt x="117" y="36"/>
                    </a:cubicBezTo>
                    <a:cubicBezTo>
                      <a:pt x="122" y="38"/>
                      <a:pt x="125" y="39"/>
                      <a:pt x="128" y="40"/>
                    </a:cubicBezTo>
                    <a:cubicBezTo>
                      <a:pt x="130" y="42"/>
                      <a:pt x="132" y="42"/>
                      <a:pt x="132" y="42"/>
                    </a:cubicBezTo>
                    <a:cubicBezTo>
                      <a:pt x="133" y="40"/>
                      <a:pt x="133" y="40"/>
                      <a:pt x="133" y="4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0" name="Google Shape;1332;p37"/>
              <p:cNvSpPr/>
              <p:nvPr/>
            </p:nvSpPr>
            <p:spPr>
              <a:xfrm>
                <a:off x="6783480" y="3791520"/>
                <a:ext cx="691560" cy="607320"/>
              </a:xfrm>
              <a:custGeom>
                <a:avLst/>
                <a:gdLst>
                  <a:gd name="textAreaLeft" fmla="*/ 0 w 691560"/>
                  <a:gd name="textAreaRight" fmla="*/ 691920 w 691560"/>
                  <a:gd name="textAreaTop" fmla="*/ 0 h 607320"/>
                  <a:gd name="textAreaBottom" fmla="*/ 607680 h 607320"/>
                </a:gdLst>
                <a:ahLst/>
                <a:cxnLst/>
                <a:rect l="textAreaLeft" t="textAreaTop" r="textAreaRight" b="textAreaBottom"/>
                <a:pathLst>
                  <a:path w="331" h="290">
                    <a:moveTo>
                      <a:pt x="307" y="0"/>
                    </a:moveTo>
                    <a:cubicBezTo>
                      <a:pt x="307" y="0"/>
                      <a:pt x="331" y="35"/>
                      <a:pt x="313" y="80"/>
                    </a:cubicBezTo>
                    <a:cubicBezTo>
                      <a:pt x="294" y="127"/>
                      <a:pt x="156" y="201"/>
                      <a:pt x="156" y="201"/>
                    </a:cubicBezTo>
                    <a:cubicBezTo>
                      <a:pt x="245" y="179"/>
                      <a:pt x="245" y="179"/>
                      <a:pt x="245" y="179"/>
                    </a:cubicBezTo>
                    <a:cubicBezTo>
                      <a:pt x="245" y="241"/>
                      <a:pt x="245" y="241"/>
                      <a:pt x="245" y="241"/>
                    </a:cubicBezTo>
                    <a:cubicBezTo>
                      <a:pt x="245" y="241"/>
                      <a:pt x="81" y="290"/>
                      <a:pt x="40" y="268"/>
                    </a:cubicBezTo>
                    <a:cubicBezTo>
                      <a:pt x="0" y="245"/>
                      <a:pt x="20" y="208"/>
                      <a:pt x="59" y="159"/>
                    </a:cubicBezTo>
                    <a:cubicBezTo>
                      <a:pt x="99" y="111"/>
                      <a:pt x="187" y="42"/>
                      <a:pt x="187" y="42"/>
                    </a:cubicBezTo>
                    <a:cubicBezTo>
                      <a:pt x="192" y="0"/>
                      <a:pt x="192" y="0"/>
                      <a:pt x="192" y="0"/>
                    </a:cubicBezTo>
                    <a:lnTo>
                      <a:pt x="30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1" name="Google Shape;1333;p37"/>
              <p:cNvSpPr/>
              <p:nvPr/>
            </p:nvSpPr>
            <p:spPr>
              <a:xfrm>
                <a:off x="6937920" y="3829680"/>
                <a:ext cx="405360" cy="464040"/>
              </a:xfrm>
              <a:custGeom>
                <a:avLst/>
                <a:gdLst>
                  <a:gd name="textAreaLeft" fmla="*/ 0 w 405360"/>
                  <a:gd name="textAreaRight" fmla="*/ 405720 w 405360"/>
                  <a:gd name="textAreaTop" fmla="*/ 0 h 464040"/>
                  <a:gd name="textAreaBottom" fmla="*/ 464400 h 464040"/>
                </a:gdLst>
                <a:ahLst/>
                <a:cxnLst/>
                <a:rect l="textAreaLeft" t="textAreaTop" r="textAreaRight" b="textAreaBottom"/>
                <a:pathLst>
                  <a:path w="194" h="222">
                    <a:moveTo>
                      <a:pt x="189" y="1"/>
                    </a:moveTo>
                    <a:cubicBezTo>
                      <a:pt x="189" y="1"/>
                      <a:pt x="189" y="1"/>
                      <a:pt x="189" y="2"/>
                    </a:cubicBezTo>
                    <a:cubicBezTo>
                      <a:pt x="190" y="4"/>
                      <a:pt x="192" y="10"/>
                      <a:pt x="192" y="17"/>
                    </a:cubicBezTo>
                    <a:cubicBezTo>
                      <a:pt x="192" y="25"/>
                      <a:pt x="190" y="34"/>
                      <a:pt x="185" y="42"/>
                    </a:cubicBezTo>
                    <a:cubicBezTo>
                      <a:pt x="184" y="44"/>
                      <a:pt x="180" y="48"/>
                      <a:pt x="174" y="53"/>
                    </a:cubicBezTo>
                    <a:cubicBezTo>
                      <a:pt x="153" y="72"/>
                      <a:pt x="110" y="104"/>
                      <a:pt x="72" y="135"/>
                    </a:cubicBezTo>
                    <a:cubicBezTo>
                      <a:pt x="53" y="150"/>
                      <a:pt x="35" y="166"/>
                      <a:pt x="22" y="178"/>
                    </a:cubicBezTo>
                    <a:cubicBezTo>
                      <a:pt x="15" y="185"/>
                      <a:pt x="10" y="191"/>
                      <a:pt x="6" y="196"/>
                    </a:cubicBezTo>
                    <a:cubicBezTo>
                      <a:pt x="2" y="201"/>
                      <a:pt x="0" y="205"/>
                      <a:pt x="0" y="209"/>
                    </a:cubicBezTo>
                    <a:cubicBezTo>
                      <a:pt x="0" y="209"/>
                      <a:pt x="0" y="210"/>
                      <a:pt x="0" y="210"/>
                    </a:cubicBezTo>
                    <a:cubicBezTo>
                      <a:pt x="1" y="215"/>
                      <a:pt x="4" y="218"/>
                      <a:pt x="8" y="220"/>
                    </a:cubicBezTo>
                    <a:cubicBezTo>
                      <a:pt x="13" y="221"/>
                      <a:pt x="18" y="222"/>
                      <a:pt x="25" y="222"/>
                    </a:cubicBezTo>
                    <a:cubicBezTo>
                      <a:pt x="49" y="222"/>
                      <a:pt x="85" y="212"/>
                      <a:pt x="116" y="203"/>
                    </a:cubicBezTo>
                    <a:cubicBezTo>
                      <a:pt x="147" y="193"/>
                      <a:pt x="171" y="183"/>
                      <a:pt x="172" y="183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69" y="182"/>
                      <a:pt x="166" y="183"/>
                    </a:cubicBezTo>
                    <a:cubicBezTo>
                      <a:pt x="157" y="187"/>
                      <a:pt x="131" y="196"/>
                      <a:pt x="104" y="204"/>
                    </a:cubicBezTo>
                    <a:cubicBezTo>
                      <a:pt x="76" y="213"/>
                      <a:pt x="45" y="220"/>
                      <a:pt x="25" y="220"/>
                    </a:cubicBezTo>
                    <a:cubicBezTo>
                      <a:pt x="19" y="220"/>
                      <a:pt x="13" y="219"/>
                      <a:pt x="9" y="218"/>
                    </a:cubicBezTo>
                    <a:cubicBezTo>
                      <a:pt x="5" y="216"/>
                      <a:pt x="3" y="214"/>
                      <a:pt x="2" y="210"/>
                    </a:cubicBezTo>
                    <a:cubicBezTo>
                      <a:pt x="2" y="210"/>
                      <a:pt x="2" y="209"/>
                      <a:pt x="2" y="209"/>
                    </a:cubicBezTo>
                    <a:cubicBezTo>
                      <a:pt x="2" y="206"/>
                      <a:pt x="5" y="201"/>
                      <a:pt x="9" y="195"/>
                    </a:cubicBezTo>
                    <a:cubicBezTo>
                      <a:pt x="26" y="174"/>
                      <a:pt x="68" y="140"/>
                      <a:pt x="106" y="110"/>
                    </a:cubicBezTo>
                    <a:cubicBezTo>
                      <a:pt x="126" y="95"/>
                      <a:pt x="145" y="80"/>
                      <a:pt x="159" y="68"/>
                    </a:cubicBezTo>
                    <a:cubicBezTo>
                      <a:pt x="166" y="63"/>
                      <a:pt x="173" y="57"/>
                      <a:pt x="177" y="53"/>
                    </a:cubicBezTo>
                    <a:cubicBezTo>
                      <a:pt x="182" y="49"/>
                      <a:pt x="185" y="45"/>
                      <a:pt x="187" y="43"/>
                    </a:cubicBezTo>
                    <a:cubicBezTo>
                      <a:pt x="192" y="34"/>
                      <a:pt x="194" y="25"/>
                      <a:pt x="194" y="17"/>
                    </a:cubicBezTo>
                    <a:cubicBezTo>
                      <a:pt x="194" y="7"/>
                      <a:pt x="191" y="0"/>
                      <a:pt x="191" y="0"/>
                    </a:cubicBezTo>
                    <a:cubicBezTo>
                      <a:pt x="189" y="1"/>
                      <a:pt x="189" y="1"/>
                      <a:pt x="1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2" name="Google Shape;1334;p37"/>
              <p:cNvSpPr/>
              <p:nvPr/>
            </p:nvSpPr>
            <p:spPr>
              <a:xfrm>
                <a:off x="7261920" y="3358080"/>
                <a:ext cx="298440" cy="424800"/>
              </a:xfrm>
              <a:custGeom>
                <a:avLst/>
                <a:gdLst>
                  <a:gd name="textAreaLeft" fmla="*/ 0 w 298440"/>
                  <a:gd name="textAreaRight" fmla="*/ 298800 w 298440"/>
                  <a:gd name="textAreaTop" fmla="*/ 0 h 424800"/>
                  <a:gd name="textAreaBottom" fmla="*/ 425160 h 424800"/>
                </a:gdLst>
                <a:ahLst/>
                <a:cxnLst/>
                <a:rect l="textAreaLeft" t="textAreaTop" r="textAreaRight" b="textAreaBottom"/>
                <a:pathLst>
                  <a:path w="143" h="203">
                    <a:moveTo>
                      <a:pt x="0" y="0"/>
                    </a:moveTo>
                    <a:cubicBezTo>
                      <a:pt x="0" y="0"/>
                      <a:pt x="143" y="60"/>
                      <a:pt x="142" y="93"/>
                    </a:cubicBezTo>
                    <a:cubicBezTo>
                      <a:pt x="142" y="127"/>
                      <a:pt x="74" y="203"/>
                      <a:pt x="74" y="203"/>
                    </a:cubicBezTo>
                    <a:cubicBezTo>
                      <a:pt x="59" y="179"/>
                      <a:pt x="59" y="179"/>
                      <a:pt x="59" y="179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14" y="62"/>
                      <a:pt x="14" y="62"/>
                      <a:pt x="14" y="6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A48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3" name="Google Shape;1335;p37"/>
              <p:cNvSpPr/>
              <p:nvPr/>
            </p:nvSpPr>
            <p:spPr>
              <a:xfrm>
                <a:off x="7012440" y="3358080"/>
                <a:ext cx="450000" cy="489240"/>
              </a:xfrm>
              <a:custGeom>
                <a:avLst/>
                <a:gdLst>
                  <a:gd name="textAreaLeft" fmla="*/ 0 w 450000"/>
                  <a:gd name="textAreaRight" fmla="*/ 450360 w 45000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216" h="234">
                    <a:moveTo>
                      <a:pt x="32" y="14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6" y="49"/>
                      <a:pt x="7" y="74"/>
                    </a:cubicBezTo>
                    <a:cubicBezTo>
                      <a:pt x="8" y="100"/>
                      <a:pt x="12" y="123"/>
                      <a:pt x="29" y="132"/>
                    </a:cubicBezTo>
                    <a:cubicBezTo>
                      <a:pt x="45" y="141"/>
                      <a:pt x="57" y="144"/>
                      <a:pt x="64" y="162"/>
                    </a:cubicBezTo>
                    <a:cubicBezTo>
                      <a:pt x="70" y="180"/>
                      <a:pt x="73" y="199"/>
                      <a:pt x="73" y="211"/>
                    </a:cubicBezTo>
                    <a:cubicBezTo>
                      <a:pt x="74" y="224"/>
                      <a:pt x="109" y="234"/>
                      <a:pt x="139" y="233"/>
                    </a:cubicBezTo>
                    <a:cubicBezTo>
                      <a:pt x="169" y="231"/>
                      <a:pt x="198" y="230"/>
                      <a:pt x="207" y="212"/>
                    </a:cubicBezTo>
                    <a:cubicBezTo>
                      <a:pt x="216" y="194"/>
                      <a:pt x="197" y="171"/>
                      <a:pt x="193" y="153"/>
                    </a:cubicBezTo>
                    <a:cubicBezTo>
                      <a:pt x="188" y="136"/>
                      <a:pt x="174" y="42"/>
                      <a:pt x="120" y="0"/>
                    </a:cubicBezTo>
                    <a:cubicBezTo>
                      <a:pt x="69" y="0"/>
                      <a:pt x="69" y="0"/>
                      <a:pt x="69" y="0"/>
                    </a:cubicBezTo>
                    <a:lnTo>
                      <a:pt x="32" y="14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4" name="Google Shape;1336;p37"/>
              <p:cNvSpPr/>
              <p:nvPr/>
            </p:nvSpPr>
            <p:spPr>
              <a:xfrm>
                <a:off x="6533640" y="3412800"/>
                <a:ext cx="569520" cy="327960"/>
              </a:xfrm>
              <a:custGeom>
                <a:avLst/>
                <a:gdLst>
                  <a:gd name="textAreaLeft" fmla="*/ 0 w 569520"/>
                  <a:gd name="textAreaRight" fmla="*/ 569880 w 569520"/>
                  <a:gd name="textAreaTop" fmla="*/ 0 h 327960"/>
                  <a:gd name="textAreaBottom" fmla="*/ 328320 h 327960"/>
                </a:gdLst>
                <a:ahLst/>
                <a:cxnLst/>
                <a:rect l="textAreaLeft" t="textAreaTop" r="textAreaRight" b="textAreaBottom"/>
                <a:pathLst>
                  <a:path w="273" h="157">
                    <a:moveTo>
                      <a:pt x="219" y="13"/>
                    </a:moveTo>
                    <a:cubicBezTo>
                      <a:pt x="227" y="2"/>
                      <a:pt x="242" y="0"/>
                      <a:pt x="252" y="7"/>
                    </a:cubicBezTo>
                    <a:cubicBezTo>
                      <a:pt x="264" y="16"/>
                      <a:pt x="273" y="30"/>
                      <a:pt x="254" y="51"/>
                    </a:cubicBezTo>
                    <a:cubicBezTo>
                      <a:pt x="236" y="71"/>
                      <a:pt x="203" y="104"/>
                      <a:pt x="182" y="124"/>
                    </a:cubicBezTo>
                    <a:cubicBezTo>
                      <a:pt x="169" y="136"/>
                      <a:pt x="154" y="143"/>
                      <a:pt x="137" y="146"/>
                    </a:cubicBezTo>
                    <a:cubicBezTo>
                      <a:pt x="44" y="157"/>
                      <a:pt x="44" y="157"/>
                      <a:pt x="44" y="157"/>
                    </a:cubicBezTo>
                    <a:cubicBezTo>
                      <a:pt x="44" y="157"/>
                      <a:pt x="3" y="155"/>
                      <a:pt x="1" y="148"/>
                    </a:cubicBezTo>
                    <a:cubicBezTo>
                      <a:pt x="0" y="140"/>
                      <a:pt x="29" y="139"/>
                      <a:pt x="29" y="139"/>
                    </a:cubicBezTo>
                    <a:cubicBezTo>
                      <a:pt x="29" y="139"/>
                      <a:pt x="15" y="124"/>
                      <a:pt x="19" y="123"/>
                    </a:cubicBezTo>
                    <a:cubicBezTo>
                      <a:pt x="22" y="121"/>
                      <a:pt x="44" y="132"/>
                      <a:pt x="46" y="139"/>
                    </a:cubicBezTo>
                    <a:cubicBezTo>
                      <a:pt x="154" y="103"/>
                      <a:pt x="154" y="103"/>
                      <a:pt x="154" y="103"/>
                    </a:cubicBezTo>
                    <a:lnTo>
                      <a:pt x="219" y="13"/>
                    </a:lnTo>
                    <a:close/>
                  </a:path>
                </a:pathLst>
              </a:custGeom>
              <a:solidFill>
                <a:srgbClr val="F0A48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5" name="Google Shape;1337;p37"/>
              <p:cNvSpPr/>
              <p:nvPr/>
            </p:nvSpPr>
            <p:spPr>
              <a:xfrm>
                <a:off x="6954840" y="3087360"/>
                <a:ext cx="330840" cy="379800"/>
              </a:xfrm>
              <a:custGeom>
                <a:avLst/>
                <a:gdLst>
                  <a:gd name="textAreaLeft" fmla="*/ 0 w 330840"/>
                  <a:gd name="textAreaRight" fmla="*/ 331200 w 330840"/>
                  <a:gd name="textAreaTop" fmla="*/ 0 h 379800"/>
                  <a:gd name="textAreaBottom" fmla="*/ 380160 h 379800"/>
                </a:gdLst>
                <a:ahLst/>
                <a:cxnLst/>
                <a:rect l="textAreaLeft" t="textAreaTop" r="textAreaRight" b="textAreaBottom"/>
                <a:pathLst>
                  <a:path w="158" h="181">
                    <a:moveTo>
                      <a:pt x="4" y="66"/>
                    </a:moveTo>
                    <a:cubicBezTo>
                      <a:pt x="41" y="62"/>
                      <a:pt x="41" y="62"/>
                      <a:pt x="41" y="62"/>
                    </a:cubicBezTo>
                    <a:cubicBezTo>
                      <a:pt x="41" y="62"/>
                      <a:pt x="40" y="76"/>
                      <a:pt x="51" y="82"/>
                    </a:cubicBezTo>
                    <a:cubicBezTo>
                      <a:pt x="62" y="88"/>
                      <a:pt x="68" y="89"/>
                      <a:pt x="67" y="102"/>
                    </a:cubicBezTo>
                    <a:cubicBezTo>
                      <a:pt x="67" y="116"/>
                      <a:pt x="62" y="121"/>
                      <a:pt x="76" y="129"/>
                    </a:cubicBezTo>
                    <a:cubicBezTo>
                      <a:pt x="90" y="138"/>
                      <a:pt x="77" y="156"/>
                      <a:pt x="76" y="164"/>
                    </a:cubicBezTo>
                    <a:cubicBezTo>
                      <a:pt x="76" y="173"/>
                      <a:pt x="80" y="181"/>
                      <a:pt x="106" y="181"/>
                    </a:cubicBezTo>
                    <a:cubicBezTo>
                      <a:pt x="133" y="181"/>
                      <a:pt x="158" y="166"/>
                      <a:pt x="155" y="145"/>
                    </a:cubicBezTo>
                    <a:cubicBezTo>
                      <a:pt x="151" y="125"/>
                      <a:pt x="133" y="120"/>
                      <a:pt x="129" y="109"/>
                    </a:cubicBezTo>
                    <a:cubicBezTo>
                      <a:pt x="124" y="96"/>
                      <a:pt x="127" y="87"/>
                      <a:pt x="118" y="78"/>
                    </a:cubicBezTo>
                    <a:cubicBezTo>
                      <a:pt x="109" y="68"/>
                      <a:pt x="101" y="61"/>
                      <a:pt x="100" y="46"/>
                    </a:cubicBezTo>
                    <a:cubicBezTo>
                      <a:pt x="98" y="30"/>
                      <a:pt x="73" y="0"/>
                      <a:pt x="38" y="9"/>
                    </a:cubicBezTo>
                    <a:cubicBezTo>
                      <a:pt x="3" y="18"/>
                      <a:pt x="0" y="48"/>
                      <a:pt x="4" y="66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36" name="Google Shape;1338;p37"/>
            <p:cNvGrpSpPr/>
            <p:nvPr/>
          </p:nvGrpSpPr>
          <p:grpSpPr>
            <a:xfrm>
              <a:off x="4812840" y="2596680"/>
              <a:ext cx="950760" cy="1791360"/>
              <a:chOff x="4812840" y="2596680"/>
              <a:chExt cx="950760" cy="1791360"/>
            </a:xfrm>
          </p:grpSpPr>
          <p:sp>
            <p:nvSpPr>
              <p:cNvPr id="1237" name="Google Shape;1339;p37"/>
              <p:cNvSpPr/>
              <p:nvPr/>
            </p:nvSpPr>
            <p:spPr>
              <a:xfrm>
                <a:off x="5329080" y="2654280"/>
                <a:ext cx="30600" cy="27720"/>
              </a:xfrm>
              <a:custGeom>
                <a:avLst/>
                <a:gdLst>
                  <a:gd name="textAreaLeft" fmla="*/ 0 w 30600"/>
                  <a:gd name="textAreaRight" fmla="*/ 30960 w 30600"/>
                  <a:gd name="textAreaTop" fmla="*/ 0 h 27720"/>
                  <a:gd name="textAreaBottom" fmla="*/ 28080 h 27720"/>
                </a:gdLst>
                <a:ahLst/>
                <a:cxnLst/>
                <a:rect l="textAreaLeft" t="textAreaTop" r="textAreaRight" b="textAreaBottom"/>
                <a:pathLst>
                  <a:path w="14" h="13">
                    <a:moveTo>
                      <a:pt x="11" y="11"/>
                    </a:moveTo>
                    <a:cubicBezTo>
                      <a:pt x="9" y="13"/>
                      <a:pt x="5" y="13"/>
                      <a:pt x="3" y="11"/>
                    </a:cubicBezTo>
                    <a:cubicBezTo>
                      <a:pt x="0" y="9"/>
                      <a:pt x="0" y="5"/>
                      <a:pt x="3" y="2"/>
                    </a:cubicBezTo>
                    <a:cubicBezTo>
                      <a:pt x="5" y="0"/>
                      <a:pt x="9" y="0"/>
                      <a:pt x="11" y="2"/>
                    </a:cubicBezTo>
                    <a:cubicBezTo>
                      <a:pt x="14" y="5"/>
                      <a:pt x="14" y="9"/>
                      <a:pt x="11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040" bIns="14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8" name="Google Shape;1340;p37"/>
              <p:cNvSpPr/>
              <p:nvPr/>
            </p:nvSpPr>
            <p:spPr>
              <a:xfrm>
                <a:off x="5531040" y="4239360"/>
                <a:ext cx="232560" cy="131040"/>
              </a:xfrm>
              <a:custGeom>
                <a:avLst/>
                <a:gdLst>
                  <a:gd name="textAreaLeft" fmla="*/ 0 w 232560"/>
                  <a:gd name="textAreaRight" fmla="*/ 232920 w 23256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106" h="60">
                    <a:moveTo>
                      <a:pt x="30" y="0"/>
                    </a:moveTo>
                    <a:cubicBezTo>
                      <a:pt x="30" y="0"/>
                      <a:pt x="35" y="17"/>
                      <a:pt x="59" y="22"/>
                    </a:cubicBezTo>
                    <a:cubicBezTo>
                      <a:pt x="82" y="26"/>
                      <a:pt x="101" y="19"/>
                      <a:pt x="103" y="29"/>
                    </a:cubicBezTo>
                    <a:cubicBezTo>
                      <a:pt x="106" y="39"/>
                      <a:pt x="46" y="60"/>
                      <a:pt x="0" y="60"/>
                    </a:cubicBezTo>
                    <a:cubicBezTo>
                      <a:pt x="0" y="60"/>
                      <a:pt x="5" y="29"/>
                      <a:pt x="4" y="17"/>
                    </a:cubicBezTo>
                    <a:cubicBezTo>
                      <a:pt x="2" y="5"/>
                      <a:pt x="0" y="0"/>
                      <a:pt x="0" y="0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8B6E6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9" name="Google Shape;1341;p37"/>
              <p:cNvSpPr/>
              <p:nvPr/>
            </p:nvSpPr>
            <p:spPr>
              <a:xfrm>
                <a:off x="4897080" y="4161240"/>
                <a:ext cx="217800" cy="226800"/>
              </a:xfrm>
              <a:custGeom>
                <a:avLst/>
                <a:gdLst>
                  <a:gd name="textAreaLeft" fmla="*/ 0 w 217800"/>
                  <a:gd name="textAreaRight" fmla="*/ 218160 w 217800"/>
                  <a:gd name="textAreaTop" fmla="*/ 0 h 226800"/>
                  <a:gd name="textAreaBottom" fmla="*/ 227160 h 226800"/>
                </a:gdLst>
                <a:ahLst/>
                <a:cxnLst/>
                <a:rect l="textAreaLeft" t="textAreaTop" r="textAreaRight" b="textAreaBottom"/>
                <a:pathLst>
                  <a:path w="100" h="103">
                    <a:moveTo>
                      <a:pt x="64" y="22"/>
                    </a:moveTo>
                    <a:cubicBezTo>
                      <a:pt x="64" y="22"/>
                      <a:pt x="55" y="38"/>
                      <a:pt x="68" y="58"/>
                    </a:cubicBezTo>
                    <a:cubicBezTo>
                      <a:pt x="82" y="78"/>
                      <a:pt x="100" y="85"/>
                      <a:pt x="95" y="94"/>
                    </a:cubicBezTo>
                    <a:cubicBezTo>
                      <a:pt x="89" y="103"/>
                      <a:pt x="32" y="76"/>
                      <a:pt x="0" y="43"/>
                    </a:cubicBezTo>
                    <a:cubicBezTo>
                      <a:pt x="0" y="43"/>
                      <a:pt x="25" y="24"/>
                      <a:pt x="33" y="15"/>
                    </a:cubicBezTo>
                    <a:cubicBezTo>
                      <a:pt x="41" y="6"/>
                      <a:pt x="43" y="0"/>
                      <a:pt x="43" y="0"/>
                    </a:cubicBezTo>
                    <a:lnTo>
                      <a:pt x="64" y="22"/>
                    </a:lnTo>
                    <a:close/>
                  </a:path>
                </a:pathLst>
              </a:custGeom>
              <a:solidFill>
                <a:srgbClr val="8B6E6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0" name="Google Shape;1342;p37"/>
              <p:cNvSpPr/>
              <p:nvPr/>
            </p:nvSpPr>
            <p:spPr>
              <a:xfrm>
                <a:off x="4961880" y="3289680"/>
                <a:ext cx="402120" cy="950760"/>
              </a:xfrm>
              <a:custGeom>
                <a:avLst/>
                <a:gdLst>
                  <a:gd name="textAreaLeft" fmla="*/ 0 w 402120"/>
                  <a:gd name="textAreaRight" fmla="*/ 402480 w 402120"/>
                  <a:gd name="textAreaTop" fmla="*/ 0 h 950760"/>
                  <a:gd name="textAreaBottom" fmla="*/ 951120 h 950760"/>
                </a:gdLst>
                <a:ahLst/>
                <a:cxnLst/>
                <a:rect l="textAreaLeft" t="textAreaTop" r="textAreaRight" b="textAreaBottom"/>
                <a:pathLst>
                  <a:path w="183" h="432">
                    <a:moveTo>
                      <a:pt x="183" y="0"/>
                    </a:moveTo>
                    <a:cubicBezTo>
                      <a:pt x="183" y="0"/>
                      <a:pt x="165" y="200"/>
                      <a:pt x="146" y="262"/>
                    </a:cubicBezTo>
                    <a:cubicBezTo>
                      <a:pt x="126" y="323"/>
                      <a:pt x="37" y="432"/>
                      <a:pt x="37" y="432"/>
                    </a:cubicBez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07"/>
                      <a:pt x="35" y="325"/>
                      <a:pt x="67" y="274"/>
                    </a:cubicBezTo>
                    <a:cubicBezTo>
                      <a:pt x="79" y="254"/>
                      <a:pt x="86" y="232"/>
                      <a:pt x="86" y="208"/>
                    </a:cubicBezTo>
                    <a:cubicBezTo>
                      <a:pt x="88" y="158"/>
                      <a:pt x="91" y="69"/>
                      <a:pt x="98" y="0"/>
                    </a:cubicBez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1" name="Google Shape;1343;p37"/>
              <p:cNvSpPr/>
              <p:nvPr/>
            </p:nvSpPr>
            <p:spPr>
              <a:xfrm>
                <a:off x="5009040" y="3513960"/>
                <a:ext cx="288720" cy="704520"/>
              </a:xfrm>
              <a:custGeom>
                <a:avLst/>
                <a:gdLst>
                  <a:gd name="textAreaLeft" fmla="*/ 0 w 288720"/>
                  <a:gd name="textAreaRight" fmla="*/ 289080 w 288720"/>
                  <a:gd name="textAreaTop" fmla="*/ 0 h 704520"/>
                  <a:gd name="textAreaBottom" fmla="*/ 704880 h 704520"/>
                </a:gdLst>
                <a:ahLst/>
                <a:cxnLst/>
                <a:rect l="textAreaLeft" t="textAreaTop" r="textAreaRight" b="textAreaBottom"/>
                <a:pathLst>
                  <a:path w="132" h="320">
                    <a:moveTo>
                      <a:pt x="2" y="320"/>
                    </a:moveTo>
                    <a:cubicBezTo>
                      <a:pt x="95" y="164"/>
                      <a:pt x="95" y="164"/>
                      <a:pt x="95" y="164"/>
                    </a:cubicBezTo>
                    <a:cubicBezTo>
                      <a:pt x="100" y="154"/>
                      <a:pt x="105" y="143"/>
                      <a:pt x="107" y="132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05" y="131"/>
                      <a:pt x="105" y="131"/>
                      <a:pt x="105" y="131"/>
                    </a:cubicBezTo>
                    <a:cubicBezTo>
                      <a:pt x="103" y="143"/>
                      <a:pt x="99" y="153"/>
                      <a:pt x="93" y="163"/>
                    </a:cubicBezTo>
                    <a:cubicBezTo>
                      <a:pt x="0" y="319"/>
                      <a:pt x="0" y="319"/>
                      <a:pt x="0" y="319"/>
                    </a:cubicBezTo>
                    <a:cubicBezTo>
                      <a:pt x="2" y="320"/>
                      <a:pt x="2" y="320"/>
                      <a:pt x="2" y="32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2" name="Google Shape;1344;p37"/>
              <p:cNvSpPr/>
              <p:nvPr/>
            </p:nvSpPr>
            <p:spPr>
              <a:xfrm>
                <a:off x="5193360" y="3279240"/>
                <a:ext cx="418320" cy="969840"/>
              </a:xfrm>
              <a:custGeom>
                <a:avLst/>
                <a:gdLst>
                  <a:gd name="textAreaLeft" fmla="*/ 0 w 418320"/>
                  <a:gd name="textAreaRight" fmla="*/ 418680 w 418320"/>
                  <a:gd name="textAreaTop" fmla="*/ 0 h 969840"/>
                  <a:gd name="textAreaBottom" fmla="*/ 970200 h 969840"/>
                </a:gdLst>
                <a:ahLst/>
                <a:cxnLst/>
                <a:rect l="textAreaLeft" t="textAreaTop" r="textAreaRight" b="textAreaBottom"/>
                <a:pathLst>
                  <a:path w="191" h="441">
                    <a:moveTo>
                      <a:pt x="93" y="0"/>
                    </a:moveTo>
                    <a:cubicBezTo>
                      <a:pt x="93" y="0"/>
                      <a:pt x="175" y="341"/>
                      <a:pt x="191" y="441"/>
                    </a:cubicBezTo>
                    <a:cubicBezTo>
                      <a:pt x="152" y="441"/>
                      <a:pt x="152" y="441"/>
                      <a:pt x="152" y="441"/>
                    </a:cubicBezTo>
                    <a:cubicBezTo>
                      <a:pt x="152" y="441"/>
                      <a:pt x="106" y="350"/>
                      <a:pt x="95" y="272"/>
                    </a:cubicBezTo>
                    <a:cubicBezTo>
                      <a:pt x="94" y="265"/>
                      <a:pt x="91" y="258"/>
                      <a:pt x="87" y="251"/>
                    </a:cubicBezTo>
                    <a:cubicBezTo>
                      <a:pt x="74" y="230"/>
                      <a:pt x="44" y="179"/>
                      <a:pt x="34" y="142"/>
                    </a:cubicBezTo>
                    <a:cubicBezTo>
                      <a:pt x="21" y="95"/>
                      <a:pt x="0" y="51"/>
                      <a:pt x="1" y="0"/>
                    </a:cubicBez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3" name="Google Shape;1345;p37"/>
              <p:cNvSpPr/>
              <p:nvPr/>
            </p:nvSpPr>
            <p:spPr>
              <a:xfrm>
                <a:off x="5301000" y="3289680"/>
                <a:ext cx="284400" cy="959760"/>
              </a:xfrm>
              <a:custGeom>
                <a:avLst/>
                <a:gdLst>
                  <a:gd name="textAreaLeft" fmla="*/ 0 w 284400"/>
                  <a:gd name="textAreaRight" fmla="*/ 284760 w 284400"/>
                  <a:gd name="textAreaTop" fmla="*/ 0 h 959760"/>
                  <a:gd name="textAreaBottom" fmla="*/ 960120 h 959760"/>
                </a:gdLst>
                <a:ahLst/>
                <a:cxnLst/>
                <a:rect l="textAreaLeft" t="textAreaTop" r="textAreaRight" b="textAreaBottom"/>
                <a:pathLst>
                  <a:path w="193" h="651">
                    <a:moveTo>
                      <a:pt x="0" y="2"/>
                    </a:moveTo>
                    <a:lnTo>
                      <a:pt x="114" y="349"/>
                    </a:lnTo>
                    <a:lnTo>
                      <a:pt x="190" y="651"/>
                    </a:lnTo>
                    <a:lnTo>
                      <a:pt x="193" y="651"/>
                    </a:lnTo>
                    <a:lnTo>
                      <a:pt x="117" y="348"/>
                    </a:lnTo>
                    <a:lnTo>
                      <a:pt x="3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4" name="Google Shape;1346;p37"/>
              <p:cNvSpPr/>
              <p:nvPr/>
            </p:nvSpPr>
            <p:spPr>
              <a:xfrm>
                <a:off x="5531040" y="4271760"/>
                <a:ext cx="232560" cy="98280"/>
              </a:xfrm>
              <a:custGeom>
                <a:avLst/>
                <a:gdLst>
                  <a:gd name="textAreaLeft" fmla="*/ 0 w 232560"/>
                  <a:gd name="textAreaRight" fmla="*/ 232920 w 232560"/>
                  <a:gd name="textAreaTop" fmla="*/ 0 h 98280"/>
                  <a:gd name="textAreaBottom" fmla="*/ 98640 h 98280"/>
                </a:gdLst>
                <a:ahLst/>
                <a:cxnLst/>
                <a:rect l="textAreaLeft" t="textAreaTop" r="textAreaRight" b="textAreaBottom"/>
                <a:pathLst>
                  <a:path w="106" h="45">
                    <a:moveTo>
                      <a:pt x="59" y="7"/>
                    </a:moveTo>
                    <a:cubicBezTo>
                      <a:pt x="51" y="6"/>
                      <a:pt x="46" y="3"/>
                      <a:pt x="42" y="0"/>
                    </a:cubicBezTo>
                    <a:cubicBezTo>
                      <a:pt x="31" y="6"/>
                      <a:pt x="30" y="15"/>
                      <a:pt x="27" y="17"/>
                    </a:cubicBezTo>
                    <a:cubicBezTo>
                      <a:pt x="25" y="19"/>
                      <a:pt x="12" y="16"/>
                      <a:pt x="4" y="14"/>
                    </a:cubicBezTo>
                    <a:cubicBezTo>
                      <a:pt x="3" y="28"/>
                      <a:pt x="0" y="45"/>
                      <a:pt x="0" y="45"/>
                    </a:cubicBezTo>
                    <a:cubicBezTo>
                      <a:pt x="46" y="45"/>
                      <a:pt x="106" y="24"/>
                      <a:pt x="103" y="14"/>
                    </a:cubicBezTo>
                    <a:cubicBezTo>
                      <a:pt x="101" y="4"/>
                      <a:pt x="82" y="11"/>
                      <a:pt x="59" y="7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5" name="Google Shape;1347;p37"/>
              <p:cNvSpPr/>
              <p:nvPr/>
            </p:nvSpPr>
            <p:spPr>
              <a:xfrm>
                <a:off x="4897080" y="4212720"/>
                <a:ext cx="217800" cy="174960"/>
              </a:xfrm>
              <a:custGeom>
                <a:avLst/>
                <a:gdLst>
                  <a:gd name="textAreaLeft" fmla="*/ 0 w 217800"/>
                  <a:gd name="textAreaRight" fmla="*/ 218160 w 217800"/>
                  <a:gd name="textAreaTop" fmla="*/ 0 h 174960"/>
                  <a:gd name="textAreaBottom" fmla="*/ 175320 h 174960"/>
                </a:gdLst>
                <a:ahLst/>
                <a:cxnLst/>
                <a:rect l="textAreaLeft" t="textAreaTop" r="textAreaRight" b="textAreaBottom"/>
                <a:pathLst>
                  <a:path w="100" h="80">
                    <a:moveTo>
                      <a:pt x="68" y="35"/>
                    </a:moveTo>
                    <a:cubicBezTo>
                      <a:pt x="64" y="28"/>
                      <a:pt x="62" y="23"/>
                      <a:pt x="61" y="18"/>
                    </a:cubicBezTo>
                    <a:cubicBezTo>
                      <a:pt x="49" y="14"/>
                      <a:pt x="42" y="20"/>
                      <a:pt x="39" y="19"/>
                    </a:cubicBezTo>
                    <a:cubicBezTo>
                      <a:pt x="37" y="19"/>
                      <a:pt x="29" y="8"/>
                      <a:pt x="24" y="0"/>
                    </a:cubicBezTo>
                    <a:cubicBezTo>
                      <a:pt x="14" y="10"/>
                      <a:pt x="0" y="20"/>
                      <a:pt x="0" y="20"/>
                    </a:cubicBezTo>
                    <a:cubicBezTo>
                      <a:pt x="32" y="53"/>
                      <a:pt x="89" y="80"/>
                      <a:pt x="95" y="71"/>
                    </a:cubicBezTo>
                    <a:cubicBezTo>
                      <a:pt x="100" y="62"/>
                      <a:pt x="82" y="55"/>
                      <a:pt x="68" y="35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6" name="Google Shape;1348;p37"/>
              <p:cNvSpPr/>
              <p:nvPr/>
            </p:nvSpPr>
            <p:spPr>
              <a:xfrm>
                <a:off x="5298120" y="2649600"/>
                <a:ext cx="124920" cy="147240"/>
              </a:xfrm>
              <a:custGeom>
                <a:avLst/>
                <a:gdLst>
                  <a:gd name="textAreaLeft" fmla="*/ 0 w 124920"/>
                  <a:gd name="textAreaRight" fmla="*/ 125280 w 12492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57" h="67">
                    <a:moveTo>
                      <a:pt x="21" y="67"/>
                    </a:moveTo>
                    <a:cubicBezTo>
                      <a:pt x="21" y="67"/>
                      <a:pt x="0" y="42"/>
                      <a:pt x="2" y="12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5" y="6"/>
                      <a:pt x="57" y="27"/>
                      <a:pt x="50" y="45"/>
                    </a:cubicBezTo>
                    <a:cubicBezTo>
                      <a:pt x="44" y="63"/>
                      <a:pt x="21" y="67"/>
                      <a:pt x="21" y="67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7" name="Google Shape;1349;p37"/>
              <p:cNvSpPr/>
              <p:nvPr/>
            </p:nvSpPr>
            <p:spPr>
              <a:xfrm>
                <a:off x="5601960" y="3303000"/>
                <a:ext cx="144000" cy="11916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119160"/>
                  <a:gd name="textAreaBottom" fmla="*/ 119520 h 119160"/>
                </a:gdLst>
                <a:ahLst/>
                <a:cxnLst/>
                <a:rect l="textAreaLeft" t="textAreaTop" r="textAreaRight" b="textAreaBottom"/>
                <a:pathLst>
                  <a:path w="66" h="54">
                    <a:moveTo>
                      <a:pt x="13" y="0"/>
                    </a:moveTo>
                    <a:cubicBezTo>
                      <a:pt x="13" y="0"/>
                      <a:pt x="19" y="9"/>
                      <a:pt x="32" y="8"/>
                    </a:cubicBezTo>
                    <a:cubicBezTo>
                      <a:pt x="45" y="7"/>
                      <a:pt x="61" y="9"/>
                      <a:pt x="61" y="11"/>
                    </a:cubicBezTo>
                    <a:cubicBezTo>
                      <a:pt x="62" y="13"/>
                      <a:pt x="44" y="13"/>
                      <a:pt x="44" y="13"/>
                    </a:cubicBezTo>
                    <a:cubicBezTo>
                      <a:pt x="44" y="13"/>
                      <a:pt x="64" y="19"/>
                      <a:pt x="64" y="24"/>
                    </a:cubicBezTo>
                    <a:cubicBezTo>
                      <a:pt x="64" y="29"/>
                      <a:pt x="49" y="18"/>
                      <a:pt x="49" y="18"/>
                    </a:cubicBezTo>
                    <a:cubicBezTo>
                      <a:pt x="49" y="18"/>
                      <a:pt x="66" y="33"/>
                      <a:pt x="64" y="35"/>
                    </a:cubicBezTo>
                    <a:cubicBezTo>
                      <a:pt x="61" y="37"/>
                      <a:pt x="46" y="24"/>
                      <a:pt x="46" y="24"/>
                    </a:cubicBezTo>
                    <a:cubicBezTo>
                      <a:pt x="46" y="24"/>
                      <a:pt x="60" y="36"/>
                      <a:pt x="54" y="48"/>
                    </a:cubicBezTo>
                    <a:cubicBezTo>
                      <a:pt x="51" y="54"/>
                      <a:pt x="49" y="32"/>
                      <a:pt x="43" y="30"/>
                    </a:cubicBezTo>
                    <a:cubicBezTo>
                      <a:pt x="37" y="27"/>
                      <a:pt x="25" y="25"/>
                      <a:pt x="28" y="38"/>
                    </a:cubicBezTo>
                    <a:cubicBezTo>
                      <a:pt x="31" y="51"/>
                      <a:pt x="30" y="51"/>
                      <a:pt x="27" y="49"/>
                    </a:cubicBezTo>
                    <a:cubicBezTo>
                      <a:pt x="25" y="48"/>
                      <a:pt x="18" y="40"/>
                      <a:pt x="18" y="29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8B6E6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8" name="Google Shape;1350;p37"/>
              <p:cNvSpPr/>
              <p:nvPr/>
            </p:nvSpPr>
            <p:spPr>
              <a:xfrm>
                <a:off x="5388120" y="2935800"/>
                <a:ext cx="256320" cy="399240"/>
              </a:xfrm>
              <a:custGeom>
                <a:avLst/>
                <a:gdLst>
                  <a:gd name="textAreaLeft" fmla="*/ 0 w 256320"/>
                  <a:gd name="textAreaRight" fmla="*/ 256680 w 256320"/>
                  <a:gd name="textAreaTop" fmla="*/ 0 h 399240"/>
                  <a:gd name="textAreaBottom" fmla="*/ 399600 h 399240"/>
                </a:gdLst>
                <a:ahLst/>
                <a:cxnLst/>
                <a:rect l="textAreaLeft" t="textAreaTop" r="textAreaRight" b="textAreaBottom"/>
                <a:pathLst>
                  <a:path w="117" h="182">
                    <a:moveTo>
                      <a:pt x="39" y="0"/>
                    </a:moveTo>
                    <a:cubicBezTo>
                      <a:pt x="57" y="102"/>
                      <a:pt x="57" y="102"/>
                      <a:pt x="57" y="102"/>
                    </a:cubicBezTo>
                    <a:cubicBezTo>
                      <a:pt x="117" y="163"/>
                      <a:pt x="117" y="163"/>
                      <a:pt x="117" y="163"/>
                    </a:cubicBezTo>
                    <a:cubicBezTo>
                      <a:pt x="102" y="182"/>
                      <a:pt x="102" y="182"/>
                      <a:pt x="102" y="182"/>
                    </a:cubicBezTo>
                    <a:cubicBezTo>
                      <a:pt x="102" y="182"/>
                      <a:pt x="38" y="146"/>
                      <a:pt x="20" y="115"/>
                    </a:cubicBezTo>
                    <a:cubicBezTo>
                      <a:pt x="2" y="84"/>
                      <a:pt x="0" y="9"/>
                      <a:pt x="0" y="9"/>
                    </a:cubicBezTo>
                    <a:lnTo>
                      <a:pt x="3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9" name="Google Shape;1351;p37"/>
              <p:cNvSpPr/>
              <p:nvPr/>
            </p:nvSpPr>
            <p:spPr>
              <a:xfrm>
                <a:off x="5334840" y="2660040"/>
                <a:ext cx="160200" cy="192960"/>
              </a:xfrm>
              <a:custGeom>
                <a:avLst/>
                <a:gdLst>
                  <a:gd name="textAreaLeft" fmla="*/ 0 w 160200"/>
                  <a:gd name="textAreaRight" fmla="*/ 160560 w 160200"/>
                  <a:gd name="textAreaTop" fmla="*/ 0 h 192960"/>
                  <a:gd name="textAreaBottom" fmla="*/ 193320 h 192960"/>
                </a:gdLst>
                <a:ahLst/>
                <a:cxnLst/>
                <a:rect l="textAreaLeft" t="textAreaTop" r="textAreaRight" b="textAreaBottom"/>
                <a:pathLst>
                  <a:path w="73" h="88">
                    <a:moveTo>
                      <a:pt x="55" y="0"/>
                    </a:moveTo>
                    <a:cubicBezTo>
                      <a:pt x="55" y="0"/>
                      <a:pt x="57" y="21"/>
                      <a:pt x="73" y="26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4" y="28"/>
                      <a:pt x="64" y="52"/>
                      <a:pt x="63" y="57"/>
                    </a:cubicBezTo>
                    <a:cubicBezTo>
                      <a:pt x="63" y="63"/>
                      <a:pt x="47" y="63"/>
                      <a:pt x="45" y="66"/>
                    </a:cubicBezTo>
                    <a:cubicBezTo>
                      <a:pt x="43" y="69"/>
                      <a:pt x="40" y="88"/>
                      <a:pt x="4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" y="62"/>
                      <a:pt x="12" y="55"/>
                      <a:pt x="13" y="45"/>
                    </a:cubicBezTo>
                    <a:cubicBezTo>
                      <a:pt x="13" y="45"/>
                      <a:pt x="8" y="44"/>
                      <a:pt x="5" y="40"/>
                    </a:cubicBezTo>
                    <a:cubicBezTo>
                      <a:pt x="3" y="34"/>
                      <a:pt x="2" y="24"/>
                      <a:pt x="10" y="23"/>
                    </a:cubicBezTo>
                    <a:cubicBezTo>
                      <a:pt x="18" y="21"/>
                      <a:pt x="21" y="30"/>
                      <a:pt x="21" y="30"/>
                    </a:cubicBezTo>
                    <a:cubicBezTo>
                      <a:pt x="28" y="1"/>
                      <a:pt x="28" y="1"/>
                      <a:pt x="28" y="1"/>
                    </a:cubicBez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8B6E6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0" name="Google Shape;1352;p37"/>
              <p:cNvSpPr/>
              <p:nvPr/>
            </p:nvSpPr>
            <p:spPr>
              <a:xfrm>
                <a:off x="5163840" y="2840040"/>
                <a:ext cx="309240" cy="462600"/>
              </a:xfrm>
              <a:custGeom>
                <a:avLst/>
                <a:gdLst>
                  <a:gd name="textAreaLeft" fmla="*/ 0 w 309240"/>
                  <a:gd name="textAreaRight" fmla="*/ 309600 w 309240"/>
                  <a:gd name="textAreaTop" fmla="*/ 0 h 462600"/>
                  <a:gd name="textAreaBottom" fmla="*/ 462960 h 462600"/>
                </a:gdLst>
                <a:ahLst/>
                <a:cxnLst/>
                <a:rect l="textAreaLeft" t="textAreaTop" r="textAreaRight" b="textAreaBottom"/>
                <a:pathLst>
                  <a:path w="141" h="210">
                    <a:moveTo>
                      <a:pt x="68" y="0"/>
                    </a:moveTo>
                    <a:cubicBezTo>
                      <a:pt x="133" y="0"/>
                      <a:pt x="133" y="0"/>
                      <a:pt x="133" y="0"/>
                    </a:cubicBezTo>
                    <a:cubicBezTo>
                      <a:pt x="129" y="14"/>
                      <a:pt x="129" y="14"/>
                      <a:pt x="129" y="14"/>
                    </a:cubicBezTo>
                    <a:cubicBezTo>
                      <a:pt x="129" y="14"/>
                      <a:pt x="139" y="33"/>
                      <a:pt x="140" y="67"/>
                    </a:cubicBezTo>
                    <a:cubicBezTo>
                      <a:pt x="141" y="100"/>
                      <a:pt x="128" y="136"/>
                      <a:pt x="127" y="156"/>
                    </a:cubicBezTo>
                    <a:cubicBezTo>
                      <a:pt x="127" y="176"/>
                      <a:pt x="127" y="210"/>
                      <a:pt x="113" y="210"/>
                    </a:cubicBezTo>
                    <a:cubicBezTo>
                      <a:pt x="100" y="210"/>
                      <a:pt x="25" y="210"/>
                      <a:pt x="13" y="210"/>
                    </a:cubicBezTo>
                    <a:cubicBezTo>
                      <a:pt x="1" y="210"/>
                      <a:pt x="0" y="169"/>
                      <a:pt x="13" y="127"/>
                    </a:cubicBezTo>
                    <a:cubicBezTo>
                      <a:pt x="26" y="85"/>
                      <a:pt x="65" y="16"/>
                      <a:pt x="65" y="16"/>
                    </a:cubicBez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1" name="Google Shape;1353;p37"/>
              <p:cNvSpPr/>
              <p:nvPr/>
            </p:nvSpPr>
            <p:spPr>
              <a:xfrm>
                <a:off x="4812840" y="3018240"/>
                <a:ext cx="682560" cy="471600"/>
              </a:xfrm>
              <a:custGeom>
                <a:avLst/>
                <a:gdLst>
                  <a:gd name="textAreaLeft" fmla="*/ 0 w 682560"/>
                  <a:gd name="textAreaRight" fmla="*/ 682920 w 682560"/>
                  <a:gd name="textAreaTop" fmla="*/ 0 h 471600"/>
                  <a:gd name="textAreaBottom" fmla="*/ 471960 h 471600"/>
                </a:gdLst>
                <a:ahLst/>
                <a:cxnLst/>
                <a:rect l="textAreaLeft" t="textAreaTop" r="textAreaRight" b="textAreaBottom"/>
                <a:pathLst>
                  <a:path w="311" h="214">
                    <a:moveTo>
                      <a:pt x="0" y="214"/>
                    </a:moveTo>
                    <a:cubicBezTo>
                      <a:pt x="0" y="163"/>
                      <a:pt x="0" y="163"/>
                      <a:pt x="0" y="163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70"/>
                      <a:pt x="70" y="0"/>
                      <a:pt x="156" y="0"/>
                    </a:cubicBezTo>
                    <a:cubicBezTo>
                      <a:pt x="241" y="0"/>
                      <a:pt x="311" y="70"/>
                      <a:pt x="311" y="156"/>
                    </a:cubicBezTo>
                    <a:cubicBezTo>
                      <a:pt x="311" y="163"/>
                      <a:pt x="311" y="163"/>
                      <a:pt x="311" y="163"/>
                    </a:cubicBezTo>
                    <a:cubicBezTo>
                      <a:pt x="311" y="163"/>
                      <a:pt x="311" y="163"/>
                      <a:pt x="311" y="163"/>
                    </a:cubicBezTo>
                    <a:cubicBezTo>
                      <a:pt x="311" y="214"/>
                      <a:pt x="311" y="214"/>
                      <a:pt x="311" y="214"/>
                    </a:cubicBezTo>
                    <a:lnTo>
                      <a:pt x="0" y="214"/>
                    </a:lnTo>
                    <a:close/>
                    <a:moveTo>
                      <a:pt x="156" y="59"/>
                    </a:moveTo>
                    <a:cubicBezTo>
                      <a:pt x="102" y="59"/>
                      <a:pt x="59" y="102"/>
                      <a:pt x="59" y="156"/>
                    </a:cubicBezTo>
                    <a:cubicBezTo>
                      <a:pt x="59" y="163"/>
                      <a:pt x="59" y="163"/>
                      <a:pt x="59" y="163"/>
                    </a:cubicBezTo>
                    <a:cubicBezTo>
                      <a:pt x="252" y="163"/>
                      <a:pt x="252" y="163"/>
                      <a:pt x="252" y="163"/>
                    </a:cubicBezTo>
                    <a:cubicBezTo>
                      <a:pt x="252" y="156"/>
                      <a:pt x="252" y="156"/>
                      <a:pt x="252" y="156"/>
                    </a:cubicBezTo>
                    <a:cubicBezTo>
                      <a:pt x="252" y="102"/>
                      <a:pt x="209" y="59"/>
                      <a:pt x="156" y="5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2" name="Google Shape;1354;p37"/>
              <p:cNvSpPr/>
              <p:nvPr/>
            </p:nvSpPr>
            <p:spPr>
              <a:xfrm>
                <a:off x="4827600" y="3034800"/>
                <a:ext cx="653040" cy="362520"/>
              </a:xfrm>
              <a:custGeom>
                <a:avLst/>
                <a:gdLst>
                  <a:gd name="textAreaLeft" fmla="*/ 0 w 653040"/>
                  <a:gd name="textAreaRight" fmla="*/ 653400 w 653040"/>
                  <a:gd name="textAreaTop" fmla="*/ 0 h 362520"/>
                  <a:gd name="textAreaBottom" fmla="*/ 362880 h 362520"/>
                </a:gdLst>
                <a:ahLst/>
                <a:cxnLst/>
                <a:rect l="textAreaLeft" t="textAreaTop" r="textAreaRight" b="textAreaBottom"/>
                <a:pathLst>
                  <a:path w="297" h="165">
                    <a:moveTo>
                      <a:pt x="2" y="165"/>
                    </a:move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08"/>
                      <a:pt x="18" y="72"/>
                      <a:pt x="45" y="45"/>
                    </a:cubicBezTo>
                    <a:cubicBezTo>
                      <a:pt x="71" y="18"/>
                      <a:pt x="108" y="2"/>
                      <a:pt x="149" y="2"/>
                    </a:cubicBezTo>
                    <a:cubicBezTo>
                      <a:pt x="189" y="2"/>
                      <a:pt x="226" y="18"/>
                      <a:pt x="252" y="45"/>
                    </a:cubicBezTo>
                    <a:cubicBezTo>
                      <a:pt x="279" y="72"/>
                      <a:pt x="295" y="108"/>
                      <a:pt x="295" y="149"/>
                    </a:cubicBezTo>
                    <a:cubicBezTo>
                      <a:pt x="295" y="164"/>
                      <a:pt x="295" y="164"/>
                      <a:pt x="295" y="164"/>
                    </a:cubicBezTo>
                    <a:cubicBezTo>
                      <a:pt x="295" y="165"/>
                      <a:pt x="295" y="165"/>
                      <a:pt x="295" y="165"/>
                    </a:cubicBezTo>
                    <a:cubicBezTo>
                      <a:pt x="297" y="165"/>
                      <a:pt x="297" y="165"/>
                      <a:pt x="297" y="165"/>
                    </a:cubicBezTo>
                    <a:cubicBezTo>
                      <a:pt x="297" y="164"/>
                      <a:pt x="297" y="164"/>
                      <a:pt x="297" y="164"/>
                    </a:cubicBezTo>
                    <a:cubicBezTo>
                      <a:pt x="296" y="164"/>
                      <a:pt x="296" y="164"/>
                      <a:pt x="296" y="164"/>
                    </a:cubicBezTo>
                    <a:cubicBezTo>
                      <a:pt x="297" y="164"/>
                      <a:pt x="297" y="164"/>
                      <a:pt x="297" y="164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7" y="67"/>
                      <a:pt x="230" y="0"/>
                      <a:pt x="149" y="0"/>
                    </a:cubicBezTo>
                    <a:cubicBezTo>
                      <a:pt x="67" y="0"/>
                      <a:pt x="0" y="67"/>
                      <a:pt x="0" y="149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2" y="165"/>
                      <a:pt x="2" y="165"/>
                      <a:pt x="2" y="165"/>
                    </a:cubicBezTo>
                    <a:close/>
                    <a:moveTo>
                      <a:pt x="254" y="165"/>
                    </a:moveTo>
                    <a:cubicBezTo>
                      <a:pt x="254" y="149"/>
                      <a:pt x="254" y="149"/>
                      <a:pt x="254" y="149"/>
                    </a:cubicBezTo>
                    <a:cubicBezTo>
                      <a:pt x="254" y="90"/>
                      <a:pt x="207" y="43"/>
                      <a:pt x="149" y="43"/>
                    </a:cubicBezTo>
                    <a:cubicBezTo>
                      <a:pt x="90" y="43"/>
                      <a:pt x="43" y="90"/>
                      <a:pt x="43" y="149"/>
                    </a:cubicBezTo>
                    <a:cubicBezTo>
                      <a:pt x="43" y="165"/>
                      <a:pt x="43" y="165"/>
                      <a:pt x="43" y="165"/>
                    </a:cubicBezTo>
                    <a:cubicBezTo>
                      <a:pt x="45" y="165"/>
                      <a:pt x="45" y="165"/>
                      <a:pt x="45" y="165"/>
                    </a:cubicBezTo>
                    <a:cubicBezTo>
                      <a:pt x="45" y="149"/>
                      <a:pt x="45" y="149"/>
                      <a:pt x="45" y="149"/>
                    </a:cubicBezTo>
                    <a:cubicBezTo>
                      <a:pt x="45" y="120"/>
                      <a:pt x="57" y="94"/>
                      <a:pt x="75" y="75"/>
                    </a:cubicBezTo>
                    <a:cubicBezTo>
                      <a:pt x="94" y="57"/>
                      <a:pt x="120" y="45"/>
                      <a:pt x="149" y="45"/>
                    </a:cubicBezTo>
                    <a:cubicBezTo>
                      <a:pt x="177" y="45"/>
                      <a:pt x="203" y="57"/>
                      <a:pt x="222" y="75"/>
                    </a:cubicBezTo>
                    <a:cubicBezTo>
                      <a:pt x="240" y="94"/>
                      <a:pt x="252" y="120"/>
                      <a:pt x="252" y="149"/>
                    </a:cubicBezTo>
                    <a:cubicBezTo>
                      <a:pt x="252" y="165"/>
                      <a:pt x="252" y="165"/>
                      <a:pt x="252" y="165"/>
                    </a:cubicBezTo>
                    <a:cubicBezTo>
                      <a:pt x="254" y="165"/>
                      <a:pt x="254" y="165"/>
                      <a:pt x="254" y="16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3" name="Google Shape;1355;p37"/>
              <p:cNvSpPr/>
              <p:nvPr/>
            </p:nvSpPr>
            <p:spPr>
              <a:xfrm>
                <a:off x="4849920" y="3435840"/>
                <a:ext cx="4320" cy="5436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4" name="Google Shape;1356;p37"/>
              <p:cNvSpPr/>
              <p:nvPr/>
            </p:nvSpPr>
            <p:spPr>
              <a:xfrm>
                <a:off x="4849920" y="3435840"/>
                <a:ext cx="3960" cy="5436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54360"/>
                  <a:gd name="textAreaBottom" fmla="*/ 54720 h 54360"/>
                </a:gdLst>
                <a:ahLst/>
                <a:cxnLst/>
                <a:rect l="textAreaLeft" t="textAreaTop" r="textAreaRight" b="textAreaBottom"/>
                <a:pathLst>
                  <a:path w="3" h="37">
                    <a:moveTo>
                      <a:pt x="0" y="0"/>
                    </a:moveTo>
                    <a:lnTo>
                      <a:pt x="0" y="37"/>
                    </a:lnTo>
                    <a:lnTo>
                      <a:pt x="3" y="37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5" name="Google Shape;1357;p37"/>
              <p:cNvSpPr/>
              <p:nvPr/>
            </p:nvSpPr>
            <p:spPr>
              <a:xfrm>
                <a:off x="487044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6" name="Google Shape;1358;p37"/>
              <p:cNvSpPr/>
              <p:nvPr/>
            </p:nvSpPr>
            <p:spPr>
              <a:xfrm>
                <a:off x="487044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7" name="Google Shape;1359;p37"/>
              <p:cNvSpPr/>
              <p:nvPr/>
            </p:nvSpPr>
            <p:spPr>
              <a:xfrm>
                <a:off x="488952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8" name="Google Shape;1360;p37"/>
              <p:cNvSpPr/>
              <p:nvPr/>
            </p:nvSpPr>
            <p:spPr>
              <a:xfrm>
                <a:off x="488952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9" name="Google Shape;1361;p37"/>
              <p:cNvSpPr/>
              <p:nvPr/>
            </p:nvSpPr>
            <p:spPr>
              <a:xfrm>
                <a:off x="4911840" y="3445920"/>
                <a:ext cx="4320" cy="43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0" name="Google Shape;1362;p37"/>
              <p:cNvSpPr/>
              <p:nvPr/>
            </p:nvSpPr>
            <p:spPr>
              <a:xfrm>
                <a:off x="4911840" y="3445920"/>
                <a:ext cx="3960" cy="43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3" h="30">
                    <a:moveTo>
                      <a:pt x="0" y="0"/>
                    </a:moveTo>
                    <a:lnTo>
                      <a:pt x="0" y="30"/>
                    </a:lnTo>
                    <a:lnTo>
                      <a:pt x="3" y="30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1" name="Google Shape;1363;p37"/>
              <p:cNvSpPr/>
              <p:nvPr/>
            </p:nvSpPr>
            <p:spPr>
              <a:xfrm>
                <a:off x="493092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2" name="Google Shape;1364;p37"/>
              <p:cNvSpPr/>
              <p:nvPr/>
            </p:nvSpPr>
            <p:spPr>
              <a:xfrm>
                <a:off x="493092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3" name="Google Shape;1365;p37"/>
              <p:cNvSpPr/>
              <p:nvPr/>
            </p:nvSpPr>
            <p:spPr>
              <a:xfrm>
                <a:off x="495144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4" name="Google Shape;1366;p37"/>
              <p:cNvSpPr/>
              <p:nvPr/>
            </p:nvSpPr>
            <p:spPr>
              <a:xfrm>
                <a:off x="495144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5" name="Google Shape;1367;p37"/>
              <p:cNvSpPr/>
              <p:nvPr/>
            </p:nvSpPr>
            <p:spPr>
              <a:xfrm>
                <a:off x="4970520" y="3435840"/>
                <a:ext cx="4320" cy="5436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6" name="Google Shape;1368;p37"/>
              <p:cNvSpPr/>
              <p:nvPr/>
            </p:nvSpPr>
            <p:spPr>
              <a:xfrm>
                <a:off x="4970520" y="3435840"/>
                <a:ext cx="3960" cy="5436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54360"/>
                  <a:gd name="textAreaBottom" fmla="*/ 54720 h 54360"/>
                </a:gdLst>
                <a:ahLst/>
                <a:cxnLst/>
                <a:rect l="textAreaLeft" t="textAreaTop" r="textAreaRight" b="textAreaBottom"/>
                <a:pathLst>
                  <a:path w="3" h="37">
                    <a:moveTo>
                      <a:pt x="0" y="0"/>
                    </a:moveTo>
                    <a:lnTo>
                      <a:pt x="0" y="37"/>
                    </a:lnTo>
                    <a:lnTo>
                      <a:pt x="3" y="37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7" name="Google Shape;1369;p37"/>
              <p:cNvSpPr/>
              <p:nvPr/>
            </p:nvSpPr>
            <p:spPr>
              <a:xfrm>
                <a:off x="499140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8" name="Google Shape;1370;p37"/>
              <p:cNvSpPr/>
              <p:nvPr/>
            </p:nvSpPr>
            <p:spPr>
              <a:xfrm>
                <a:off x="499140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9" name="Google Shape;1371;p37"/>
              <p:cNvSpPr/>
              <p:nvPr/>
            </p:nvSpPr>
            <p:spPr>
              <a:xfrm>
                <a:off x="501048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0" name="Google Shape;1372;p37"/>
              <p:cNvSpPr/>
              <p:nvPr/>
            </p:nvSpPr>
            <p:spPr>
              <a:xfrm>
                <a:off x="501048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1" name="Google Shape;1373;p37"/>
              <p:cNvSpPr/>
              <p:nvPr/>
            </p:nvSpPr>
            <p:spPr>
              <a:xfrm>
                <a:off x="5032440" y="3445920"/>
                <a:ext cx="4320" cy="43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2" name="Google Shape;1374;p37"/>
              <p:cNvSpPr/>
              <p:nvPr/>
            </p:nvSpPr>
            <p:spPr>
              <a:xfrm>
                <a:off x="5032440" y="3445920"/>
                <a:ext cx="3960" cy="43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3" h="30">
                    <a:moveTo>
                      <a:pt x="0" y="0"/>
                    </a:moveTo>
                    <a:lnTo>
                      <a:pt x="0" y="30"/>
                    </a:lnTo>
                    <a:lnTo>
                      <a:pt x="3" y="30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3" name="Google Shape;1375;p37"/>
              <p:cNvSpPr/>
              <p:nvPr/>
            </p:nvSpPr>
            <p:spPr>
              <a:xfrm>
                <a:off x="505188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4" name="Google Shape;1376;p37"/>
              <p:cNvSpPr/>
              <p:nvPr/>
            </p:nvSpPr>
            <p:spPr>
              <a:xfrm>
                <a:off x="505188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5" name="Google Shape;1377;p37"/>
              <p:cNvSpPr/>
              <p:nvPr/>
            </p:nvSpPr>
            <p:spPr>
              <a:xfrm>
                <a:off x="507240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6" name="Google Shape;1378;p37"/>
              <p:cNvSpPr/>
              <p:nvPr/>
            </p:nvSpPr>
            <p:spPr>
              <a:xfrm>
                <a:off x="507240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7" name="Google Shape;1379;p37"/>
              <p:cNvSpPr/>
              <p:nvPr/>
            </p:nvSpPr>
            <p:spPr>
              <a:xfrm>
                <a:off x="5091480" y="3435840"/>
                <a:ext cx="4320" cy="5436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8" name="Google Shape;1380;p37"/>
              <p:cNvSpPr/>
              <p:nvPr/>
            </p:nvSpPr>
            <p:spPr>
              <a:xfrm>
                <a:off x="5091480" y="3435840"/>
                <a:ext cx="3960" cy="5436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54360"/>
                  <a:gd name="textAreaBottom" fmla="*/ 54720 h 54360"/>
                </a:gdLst>
                <a:ahLst/>
                <a:cxnLst/>
                <a:rect l="textAreaLeft" t="textAreaTop" r="textAreaRight" b="textAreaBottom"/>
                <a:pathLst>
                  <a:path w="3" h="37">
                    <a:moveTo>
                      <a:pt x="0" y="0"/>
                    </a:moveTo>
                    <a:lnTo>
                      <a:pt x="0" y="37"/>
                    </a:lnTo>
                    <a:lnTo>
                      <a:pt x="3" y="37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9" name="Google Shape;1381;p37"/>
              <p:cNvSpPr/>
              <p:nvPr/>
            </p:nvSpPr>
            <p:spPr>
              <a:xfrm>
                <a:off x="5112360" y="3454920"/>
                <a:ext cx="25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0" name="Google Shape;1382;p37"/>
              <p:cNvSpPr/>
              <p:nvPr/>
            </p:nvSpPr>
            <p:spPr>
              <a:xfrm>
                <a:off x="5112360" y="3454920"/>
                <a:ext cx="2520" cy="34920"/>
              </a:xfrm>
              <a:custGeom>
                <a:avLst/>
                <a:gdLst>
                  <a:gd name="textAreaLeft" fmla="*/ 0 w 2520"/>
                  <a:gd name="textAreaRight" fmla="*/ 2880 w 25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2" h="24">
                    <a:moveTo>
                      <a:pt x="0" y="0"/>
                    </a:moveTo>
                    <a:lnTo>
                      <a:pt x="0" y="24"/>
                    </a:lnTo>
                    <a:lnTo>
                      <a:pt x="2" y="24"/>
                    </a:lnTo>
                    <a:lnTo>
                      <a:pt x="2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1" name="Google Shape;1383;p37"/>
              <p:cNvSpPr/>
              <p:nvPr/>
            </p:nvSpPr>
            <p:spPr>
              <a:xfrm>
                <a:off x="513144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2" name="Google Shape;1384;p37"/>
              <p:cNvSpPr/>
              <p:nvPr/>
            </p:nvSpPr>
            <p:spPr>
              <a:xfrm>
                <a:off x="513144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3" name="Google Shape;1385;p37"/>
              <p:cNvSpPr/>
              <p:nvPr/>
            </p:nvSpPr>
            <p:spPr>
              <a:xfrm>
                <a:off x="5153400" y="3445920"/>
                <a:ext cx="4320" cy="43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4" name="Google Shape;1386;p37"/>
              <p:cNvSpPr/>
              <p:nvPr/>
            </p:nvSpPr>
            <p:spPr>
              <a:xfrm>
                <a:off x="5153400" y="3445920"/>
                <a:ext cx="3960" cy="43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3" h="30">
                    <a:moveTo>
                      <a:pt x="0" y="0"/>
                    </a:moveTo>
                    <a:lnTo>
                      <a:pt x="0" y="30"/>
                    </a:lnTo>
                    <a:lnTo>
                      <a:pt x="3" y="30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5" name="Google Shape;1387;p37"/>
              <p:cNvSpPr/>
              <p:nvPr/>
            </p:nvSpPr>
            <p:spPr>
              <a:xfrm>
                <a:off x="517284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6" name="Google Shape;1388;p37"/>
              <p:cNvSpPr/>
              <p:nvPr/>
            </p:nvSpPr>
            <p:spPr>
              <a:xfrm>
                <a:off x="517284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7" name="Google Shape;1389;p37"/>
              <p:cNvSpPr/>
              <p:nvPr/>
            </p:nvSpPr>
            <p:spPr>
              <a:xfrm>
                <a:off x="519336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8" name="Google Shape;1390;p37"/>
              <p:cNvSpPr/>
              <p:nvPr/>
            </p:nvSpPr>
            <p:spPr>
              <a:xfrm>
                <a:off x="519336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9" name="Google Shape;1391;p37"/>
              <p:cNvSpPr/>
              <p:nvPr/>
            </p:nvSpPr>
            <p:spPr>
              <a:xfrm>
                <a:off x="5212440" y="3435840"/>
                <a:ext cx="4320" cy="5436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0" name="Google Shape;1392;p37"/>
              <p:cNvSpPr/>
              <p:nvPr/>
            </p:nvSpPr>
            <p:spPr>
              <a:xfrm>
                <a:off x="5212440" y="3435840"/>
                <a:ext cx="3960" cy="5436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54360"/>
                  <a:gd name="textAreaBottom" fmla="*/ 54720 h 54360"/>
                </a:gdLst>
                <a:ahLst/>
                <a:cxnLst/>
                <a:rect l="textAreaLeft" t="textAreaTop" r="textAreaRight" b="textAreaBottom"/>
                <a:pathLst>
                  <a:path w="3" h="37">
                    <a:moveTo>
                      <a:pt x="0" y="0"/>
                    </a:moveTo>
                    <a:lnTo>
                      <a:pt x="0" y="37"/>
                    </a:lnTo>
                    <a:lnTo>
                      <a:pt x="3" y="37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1" name="Google Shape;1393;p37"/>
              <p:cNvSpPr/>
              <p:nvPr/>
            </p:nvSpPr>
            <p:spPr>
              <a:xfrm>
                <a:off x="523152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2" name="Google Shape;1394;p37"/>
              <p:cNvSpPr/>
              <p:nvPr/>
            </p:nvSpPr>
            <p:spPr>
              <a:xfrm>
                <a:off x="523152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3" name="Google Shape;1395;p37"/>
              <p:cNvSpPr/>
              <p:nvPr/>
            </p:nvSpPr>
            <p:spPr>
              <a:xfrm>
                <a:off x="525240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4" name="Google Shape;1396;p37"/>
              <p:cNvSpPr/>
              <p:nvPr/>
            </p:nvSpPr>
            <p:spPr>
              <a:xfrm>
                <a:off x="525240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5" name="Google Shape;1397;p37"/>
              <p:cNvSpPr/>
              <p:nvPr/>
            </p:nvSpPr>
            <p:spPr>
              <a:xfrm>
                <a:off x="5274360" y="3445920"/>
                <a:ext cx="4320" cy="43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6" name="Google Shape;1398;p37"/>
              <p:cNvSpPr/>
              <p:nvPr/>
            </p:nvSpPr>
            <p:spPr>
              <a:xfrm>
                <a:off x="5274360" y="3445920"/>
                <a:ext cx="3960" cy="43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3" h="30">
                    <a:moveTo>
                      <a:pt x="0" y="0"/>
                    </a:moveTo>
                    <a:lnTo>
                      <a:pt x="0" y="30"/>
                    </a:lnTo>
                    <a:lnTo>
                      <a:pt x="3" y="30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7" name="Google Shape;1399;p37"/>
              <p:cNvSpPr/>
              <p:nvPr/>
            </p:nvSpPr>
            <p:spPr>
              <a:xfrm>
                <a:off x="529344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8" name="Google Shape;1400;p37"/>
              <p:cNvSpPr/>
              <p:nvPr/>
            </p:nvSpPr>
            <p:spPr>
              <a:xfrm>
                <a:off x="529344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9" name="Google Shape;1401;p37"/>
              <p:cNvSpPr/>
              <p:nvPr/>
            </p:nvSpPr>
            <p:spPr>
              <a:xfrm>
                <a:off x="531432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0" name="Google Shape;1402;p37"/>
              <p:cNvSpPr/>
              <p:nvPr/>
            </p:nvSpPr>
            <p:spPr>
              <a:xfrm>
                <a:off x="531432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1" name="Google Shape;1403;p37"/>
              <p:cNvSpPr/>
              <p:nvPr/>
            </p:nvSpPr>
            <p:spPr>
              <a:xfrm>
                <a:off x="5333400" y="3435840"/>
                <a:ext cx="4320" cy="5436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2" name="Google Shape;1404;p37"/>
              <p:cNvSpPr/>
              <p:nvPr/>
            </p:nvSpPr>
            <p:spPr>
              <a:xfrm>
                <a:off x="5333400" y="3435840"/>
                <a:ext cx="3960" cy="5436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54360"/>
                  <a:gd name="textAreaBottom" fmla="*/ 54720 h 54360"/>
                </a:gdLst>
                <a:ahLst/>
                <a:cxnLst/>
                <a:rect l="textAreaLeft" t="textAreaTop" r="textAreaRight" b="textAreaBottom"/>
                <a:pathLst>
                  <a:path w="3" h="37">
                    <a:moveTo>
                      <a:pt x="0" y="0"/>
                    </a:moveTo>
                    <a:lnTo>
                      <a:pt x="0" y="37"/>
                    </a:lnTo>
                    <a:lnTo>
                      <a:pt x="3" y="37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3" name="Google Shape;1405;p37"/>
              <p:cNvSpPr/>
              <p:nvPr/>
            </p:nvSpPr>
            <p:spPr>
              <a:xfrm>
                <a:off x="535248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4" name="Google Shape;1406;p37"/>
              <p:cNvSpPr/>
              <p:nvPr/>
            </p:nvSpPr>
            <p:spPr>
              <a:xfrm>
                <a:off x="535248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5" name="Google Shape;1407;p37"/>
              <p:cNvSpPr/>
              <p:nvPr/>
            </p:nvSpPr>
            <p:spPr>
              <a:xfrm>
                <a:off x="537336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6" name="Google Shape;1408;p37"/>
              <p:cNvSpPr/>
              <p:nvPr/>
            </p:nvSpPr>
            <p:spPr>
              <a:xfrm>
                <a:off x="537336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7" name="Google Shape;1409;p37"/>
              <p:cNvSpPr/>
              <p:nvPr/>
            </p:nvSpPr>
            <p:spPr>
              <a:xfrm>
                <a:off x="5395320" y="3445920"/>
                <a:ext cx="4320" cy="43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8" name="Google Shape;1410;p37"/>
              <p:cNvSpPr/>
              <p:nvPr/>
            </p:nvSpPr>
            <p:spPr>
              <a:xfrm>
                <a:off x="5395320" y="3445920"/>
                <a:ext cx="3960" cy="43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3" h="30">
                    <a:moveTo>
                      <a:pt x="0" y="0"/>
                    </a:moveTo>
                    <a:lnTo>
                      <a:pt x="0" y="30"/>
                    </a:lnTo>
                    <a:lnTo>
                      <a:pt x="3" y="30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9" name="Google Shape;1411;p37"/>
              <p:cNvSpPr/>
              <p:nvPr/>
            </p:nvSpPr>
            <p:spPr>
              <a:xfrm>
                <a:off x="541440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0" name="Google Shape;1412;p37"/>
              <p:cNvSpPr/>
              <p:nvPr/>
            </p:nvSpPr>
            <p:spPr>
              <a:xfrm>
                <a:off x="541440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1" name="Google Shape;1413;p37"/>
              <p:cNvSpPr/>
              <p:nvPr/>
            </p:nvSpPr>
            <p:spPr>
              <a:xfrm>
                <a:off x="5433840" y="3454920"/>
                <a:ext cx="4320" cy="349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2" name="Google Shape;1414;p37"/>
              <p:cNvSpPr/>
              <p:nvPr/>
            </p:nvSpPr>
            <p:spPr>
              <a:xfrm>
                <a:off x="5433840" y="3454920"/>
                <a:ext cx="3960" cy="3492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3" h="24">
                    <a:moveTo>
                      <a:pt x="0" y="0"/>
                    </a:moveTo>
                    <a:lnTo>
                      <a:pt x="0" y="24"/>
                    </a:lnTo>
                    <a:lnTo>
                      <a:pt x="3" y="24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3" name="Google Shape;1415;p37"/>
              <p:cNvSpPr/>
              <p:nvPr/>
            </p:nvSpPr>
            <p:spPr>
              <a:xfrm>
                <a:off x="5454360" y="3435840"/>
                <a:ext cx="4320" cy="5436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4" name="Google Shape;1416;p37"/>
              <p:cNvSpPr/>
              <p:nvPr/>
            </p:nvSpPr>
            <p:spPr>
              <a:xfrm>
                <a:off x="5454360" y="3435840"/>
                <a:ext cx="3960" cy="54360"/>
              </a:xfrm>
              <a:custGeom>
                <a:avLst/>
                <a:gdLst>
                  <a:gd name="textAreaLeft" fmla="*/ 0 w 3960"/>
                  <a:gd name="textAreaRight" fmla="*/ 4320 w 3960"/>
                  <a:gd name="textAreaTop" fmla="*/ 0 h 54360"/>
                  <a:gd name="textAreaBottom" fmla="*/ 54720 h 54360"/>
                </a:gdLst>
                <a:ahLst/>
                <a:cxnLst/>
                <a:rect l="textAreaLeft" t="textAreaTop" r="textAreaRight" b="textAreaBottom"/>
                <a:pathLst>
                  <a:path w="3" h="37">
                    <a:moveTo>
                      <a:pt x="0" y="0"/>
                    </a:moveTo>
                    <a:lnTo>
                      <a:pt x="0" y="37"/>
                    </a:lnTo>
                    <a:lnTo>
                      <a:pt x="3" y="37"/>
                    </a:lnTo>
                    <a:lnTo>
                      <a:pt x="3" y="0"/>
                    </a:lnTo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5" name="Google Shape;1417;p37"/>
              <p:cNvSpPr/>
              <p:nvPr/>
            </p:nvSpPr>
            <p:spPr>
              <a:xfrm>
                <a:off x="4812840" y="3395880"/>
                <a:ext cx="682560" cy="432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60" bIns="21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6" name="Google Shape;1418;p37"/>
              <p:cNvSpPr/>
              <p:nvPr/>
            </p:nvSpPr>
            <p:spPr>
              <a:xfrm>
                <a:off x="4812840" y="3395880"/>
                <a:ext cx="682560" cy="3960"/>
              </a:xfrm>
              <a:custGeom>
                <a:avLst/>
                <a:gdLst>
                  <a:gd name="textAreaLeft" fmla="*/ 0 w 682560"/>
                  <a:gd name="textAreaRight" fmla="*/ 682920 w 682560"/>
                  <a:gd name="textAreaTop" fmla="*/ 0 h 3960"/>
                  <a:gd name="textAreaBottom" fmla="*/ 4320 h 3960"/>
                </a:gdLst>
                <a:ahLst/>
                <a:cxnLst/>
                <a:rect l="textAreaLeft" t="textAreaTop" r="textAreaRight" b="textAreaBottom"/>
                <a:pathLst>
                  <a:path w="463" h="3">
                    <a:moveTo>
                      <a:pt x="0" y="3"/>
                    </a:moveTo>
                    <a:lnTo>
                      <a:pt x="463" y="3"/>
                    </a:lnTo>
                    <a:lnTo>
                      <a:pt x="463" y="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60" bIns="21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7" name="Google Shape;1419;p37"/>
              <p:cNvSpPr/>
              <p:nvPr/>
            </p:nvSpPr>
            <p:spPr>
              <a:xfrm>
                <a:off x="5100480" y="3382560"/>
                <a:ext cx="93960" cy="133920"/>
              </a:xfrm>
              <a:custGeom>
                <a:avLst/>
                <a:gdLst>
                  <a:gd name="textAreaLeft" fmla="*/ 0 w 93960"/>
                  <a:gd name="textAreaRight" fmla="*/ 94320 w 93960"/>
                  <a:gd name="textAreaTop" fmla="*/ 0 h 133920"/>
                  <a:gd name="textAreaBottom" fmla="*/ 134280 h 133920"/>
                </a:gdLst>
                <a:ahLst/>
                <a:cxnLst/>
                <a:rect l="textAreaLeft" t="textAreaTop" r="textAreaRight" b="textAreaBottom"/>
                <a:pathLst>
                  <a:path w="43" h="61">
                    <a:moveTo>
                      <a:pt x="11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43" y="29"/>
                      <a:pt x="40" y="43"/>
                    </a:cubicBezTo>
                    <a:cubicBezTo>
                      <a:pt x="37" y="56"/>
                      <a:pt x="31" y="58"/>
                      <a:pt x="30" y="58"/>
                    </a:cubicBezTo>
                    <a:cubicBezTo>
                      <a:pt x="29" y="58"/>
                      <a:pt x="34" y="46"/>
                      <a:pt x="34" y="46"/>
                    </a:cubicBezTo>
                    <a:cubicBezTo>
                      <a:pt x="34" y="46"/>
                      <a:pt x="23" y="61"/>
                      <a:pt x="21" y="61"/>
                    </a:cubicBezTo>
                    <a:cubicBezTo>
                      <a:pt x="19" y="60"/>
                      <a:pt x="26" y="47"/>
                      <a:pt x="26" y="47"/>
                    </a:cubicBezTo>
                    <a:cubicBezTo>
                      <a:pt x="26" y="47"/>
                      <a:pt x="13" y="61"/>
                      <a:pt x="11" y="61"/>
                    </a:cubicBezTo>
                    <a:cubicBezTo>
                      <a:pt x="9" y="61"/>
                      <a:pt x="17" y="47"/>
                      <a:pt x="17" y="47"/>
                    </a:cubicBezTo>
                    <a:cubicBezTo>
                      <a:pt x="17" y="47"/>
                      <a:pt x="3" y="53"/>
                      <a:pt x="1" y="51"/>
                    </a:cubicBezTo>
                    <a:cubicBezTo>
                      <a:pt x="0" y="50"/>
                      <a:pt x="9" y="44"/>
                      <a:pt x="9" y="44"/>
                    </a:cubicBezTo>
                    <a:cubicBezTo>
                      <a:pt x="9" y="44"/>
                      <a:pt x="0" y="22"/>
                      <a:pt x="11" y="8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8B6E6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8" name="Google Shape;1420;p37"/>
              <p:cNvSpPr/>
              <p:nvPr/>
            </p:nvSpPr>
            <p:spPr>
              <a:xfrm>
                <a:off x="5094360" y="2840040"/>
                <a:ext cx="326880" cy="555480"/>
              </a:xfrm>
              <a:custGeom>
                <a:avLst/>
                <a:gdLst>
                  <a:gd name="textAreaLeft" fmla="*/ 0 w 326880"/>
                  <a:gd name="textAreaRight" fmla="*/ 327240 w 326880"/>
                  <a:gd name="textAreaTop" fmla="*/ 0 h 555480"/>
                  <a:gd name="textAreaBottom" fmla="*/ 555840 h 555480"/>
                </a:gdLst>
                <a:ahLst/>
                <a:cxnLst/>
                <a:rect l="textAreaLeft" t="textAreaTop" r="textAreaRight" b="textAreaBottom"/>
                <a:pathLst>
                  <a:path w="149" h="252">
                    <a:moveTo>
                      <a:pt x="117" y="18"/>
                    </a:moveTo>
                    <a:cubicBezTo>
                      <a:pt x="149" y="44"/>
                      <a:pt x="50" y="144"/>
                      <a:pt x="50" y="144"/>
                    </a:cubicBezTo>
                    <a:cubicBezTo>
                      <a:pt x="41" y="252"/>
                      <a:pt x="41" y="252"/>
                      <a:pt x="41" y="252"/>
                    </a:cubicBezTo>
                    <a:cubicBezTo>
                      <a:pt x="9" y="252"/>
                      <a:pt x="9" y="252"/>
                      <a:pt x="9" y="252"/>
                    </a:cubicBezTo>
                    <a:cubicBezTo>
                      <a:pt x="9" y="252"/>
                      <a:pt x="0" y="189"/>
                      <a:pt x="5" y="148"/>
                    </a:cubicBezTo>
                    <a:cubicBezTo>
                      <a:pt x="10" y="107"/>
                      <a:pt x="95" y="0"/>
                      <a:pt x="117" y="18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9" name="Google Shape;1421;p37"/>
              <p:cNvSpPr/>
              <p:nvPr/>
            </p:nvSpPr>
            <p:spPr>
              <a:xfrm>
                <a:off x="5287680" y="2596680"/>
                <a:ext cx="244440" cy="77760"/>
              </a:xfrm>
              <a:custGeom>
                <a:avLst/>
                <a:gdLst>
                  <a:gd name="textAreaLeft" fmla="*/ 0 w 244440"/>
                  <a:gd name="textAreaRight" fmla="*/ 244800 w 24444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112" h="36">
                    <a:moveTo>
                      <a:pt x="7" y="36"/>
                    </a:moveTo>
                    <a:cubicBezTo>
                      <a:pt x="111" y="36"/>
                      <a:pt x="111" y="36"/>
                      <a:pt x="111" y="36"/>
                    </a:cubicBezTo>
                    <a:cubicBezTo>
                      <a:pt x="112" y="36"/>
                      <a:pt x="112" y="35"/>
                      <a:pt x="111" y="34"/>
                    </a:cubicBezTo>
                    <a:cubicBezTo>
                      <a:pt x="106" y="32"/>
                      <a:pt x="98" y="30"/>
                      <a:pt x="88" y="29"/>
                    </a:cubicBezTo>
                    <a:cubicBezTo>
                      <a:pt x="85" y="28"/>
                      <a:pt x="82" y="26"/>
                      <a:pt x="82" y="23"/>
                    </a:cubicBezTo>
                    <a:cubicBezTo>
                      <a:pt x="80" y="16"/>
                      <a:pt x="76" y="3"/>
                      <a:pt x="62" y="2"/>
                    </a:cubicBezTo>
                    <a:cubicBezTo>
                      <a:pt x="42" y="0"/>
                      <a:pt x="10" y="7"/>
                      <a:pt x="3" y="19"/>
                    </a:cubicBezTo>
                    <a:cubicBezTo>
                      <a:pt x="0" y="26"/>
                      <a:pt x="7" y="36"/>
                      <a:pt x="7" y="36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880" bIns="388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0" name="Google Shape;1422;p37"/>
            <p:cNvGrpSpPr/>
            <p:nvPr/>
          </p:nvGrpSpPr>
          <p:grpSpPr>
            <a:xfrm>
              <a:off x="6360120" y="957600"/>
              <a:ext cx="326880" cy="328320"/>
              <a:chOff x="6360120" y="957600"/>
              <a:chExt cx="326880" cy="328320"/>
            </a:xfrm>
          </p:grpSpPr>
          <p:sp>
            <p:nvSpPr>
              <p:cNvPr id="1321" name="Google Shape;1423;p37"/>
              <p:cNvSpPr/>
              <p:nvPr/>
            </p:nvSpPr>
            <p:spPr>
              <a:xfrm>
                <a:off x="6501240" y="111672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2" name="Google Shape;1424;p37"/>
              <p:cNvSpPr/>
              <p:nvPr/>
            </p:nvSpPr>
            <p:spPr>
              <a:xfrm>
                <a:off x="6570360" y="111672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3" name="Google Shape;1425;p37"/>
              <p:cNvSpPr/>
              <p:nvPr/>
            </p:nvSpPr>
            <p:spPr>
              <a:xfrm>
                <a:off x="6639120" y="1116720"/>
                <a:ext cx="4788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4" name="Google Shape;1426;p37"/>
              <p:cNvSpPr/>
              <p:nvPr/>
            </p:nvSpPr>
            <p:spPr>
              <a:xfrm>
                <a:off x="6431040" y="1116720"/>
                <a:ext cx="4824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5" name="Google Shape;1427;p37"/>
              <p:cNvSpPr/>
              <p:nvPr/>
            </p:nvSpPr>
            <p:spPr>
              <a:xfrm>
                <a:off x="6360120" y="111672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6" name="Google Shape;1428;p37"/>
              <p:cNvSpPr/>
              <p:nvPr/>
            </p:nvSpPr>
            <p:spPr>
              <a:xfrm>
                <a:off x="6518520" y="109908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7" name="Google Shape;1429;p37"/>
              <p:cNvSpPr/>
              <p:nvPr/>
            </p:nvSpPr>
            <p:spPr>
              <a:xfrm>
                <a:off x="6518520" y="1168560"/>
                <a:ext cx="1224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8" name="Google Shape;1430;p37"/>
              <p:cNvSpPr/>
              <p:nvPr/>
            </p:nvSpPr>
            <p:spPr>
              <a:xfrm>
                <a:off x="6518520" y="12366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9" name="Google Shape;1431;p37"/>
              <p:cNvSpPr/>
              <p:nvPr/>
            </p:nvSpPr>
            <p:spPr>
              <a:xfrm>
                <a:off x="6518520" y="10278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0" name="Google Shape;1432;p37"/>
              <p:cNvSpPr/>
              <p:nvPr/>
            </p:nvSpPr>
            <p:spPr>
              <a:xfrm>
                <a:off x="6518520" y="9576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331" name="Google Shape;1433;p37"/>
          <p:cNvGrpSpPr/>
          <p:nvPr/>
        </p:nvGrpSpPr>
        <p:grpSpPr>
          <a:xfrm>
            <a:off x="1208880" y="3960000"/>
            <a:ext cx="326520" cy="328320"/>
            <a:chOff x="1208880" y="3960000"/>
            <a:chExt cx="326520" cy="328320"/>
          </a:xfrm>
        </p:grpSpPr>
        <p:sp>
          <p:nvSpPr>
            <p:cNvPr id="1332" name="Google Shape;1434;p37"/>
            <p:cNvSpPr/>
            <p:nvPr/>
          </p:nvSpPr>
          <p:spPr>
            <a:xfrm>
              <a:off x="1350000" y="4119120"/>
              <a:ext cx="4896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3" name="Google Shape;1435;p37"/>
            <p:cNvSpPr/>
            <p:nvPr/>
          </p:nvSpPr>
          <p:spPr>
            <a:xfrm>
              <a:off x="1418760" y="4119120"/>
              <a:ext cx="4932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4" name="Google Shape;1436;p37"/>
            <p:cNvSpPr/>
            <p:nvPr/>
          </p:nvSpPr>
          <p:spPr>
            <a:xfrm>
              <a:off x="1487520" y="4119120"/>
              <a:ext cx="4788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5" name="Google Shape;1437;p37"/>
            <p:cNvSpPr/>
            <p:nvPr/>
          </p:nvSpPr>
          <p:spPr>
            <a:xfrm>
              <a:off x="1279440" y="4119120"/>
              <a:ext cx="4824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6" name="Google Shape;1438;p37"/>
            <p:cNvSpPr/>
            <p:nvPr/>
          </p:nvSpPr>
          <p:spPr>
            <a:xfrm>
              <a:off x="1208880" y="4119120"/>
              <a:ext cx="4896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7" name="Google Shape;1439;p37"/>
            <p:cNvSpPr/>
            <p:nvPr/>
          </p:nvSpPr>
          <p:spPr>
            <a:xfrm>
              <a:off x="1367280" y="4101840"/>
              <a:ext cx="12240" cy="493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8" name="Google Shape;1440;p37"/>
            <p:cNvSpPr/>
            <p:nvPr/>
          </p:nvSpPr>
          <p:spPr>
            <a:xfrm>
              <a:off x="1367280" y="4170960"/>
              <a:ext cx="12240" cy="478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9" name="Google Shape;1441;p37"/>
            <p:cNvSpPr/>
            <p:nvPr/>
          </p:nvSpPr>
          <p:spPr>
            <a:xfrm>
              <a:off x="1367280" y="4239000"/>
              <a:ext cx="12240" cy="493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0" name="Google Shape;1442;p37"/>
            <p:cNvSpPr/>
            <p:nvPr/>
          </p:nvSpPr>
          <p:spPr>
            <a:xfrm>
              <a:off x="1367280" y="4030560"/>
              <a:ext cx="12240" cy="493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1" name="Google Shape;1443;p37"/>
            <p:cNvSpPr/>
            <p:nvPr/>
          </p:nvSpPr>
          <p:spPr>
            <a:xfrm>
              <a:off x="1367280" y="3960000"/>
              <a:ext cx="12240" cy="493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0DAFA7A-8AE4-6A87-3CE0-55469638FC45}"/>
              </a:ext>
            </a:extLst>
          </p:cNvPr>
          <p:cNvSpPr txBox="1"/>
          <p:nvPr/>
        </p:nvSpPr>
        <p:spPr>
          <a:xfrm>
            <a:off x="5449159" y="4612483"/>
            <a:ext cx="440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Presented By: </a:t>
            </a:r>
            <a:r>
              <a:rPr lang="en-US" sz="1600" dirty="0"/>
              <a:t>BHOOMIKA R</a:t>
            </a:r>
            <a:endParaRPr lang="en-IN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9" grpId="0" build="p"/>
      <p:bldP spid="1140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2"/>
          <p:cNvSpPr>
            <a:spLocks noGrp="1"/>
          </p:cNvSpPr>
          <p:nvPr>
            <p:ph type="body"/>
          </p:nvPr>
        </p:nvSpPr>
        <p:spPr>
          <a:xfrm>
            <a:off x="426314" y="1708790"/>
            <a:ext cx="5066552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/>
              <a:t>This project presents an </a:t>
            </a:r>
            <a:r>
              <a:rPr lang="en-US" sz="1400" b="1" dirty="0"/>
              <a:t>AI-powered Sales and Customer Analytics System</a:t>
            </a:r>
            <a:r>
              <a:rPr lang="en-US" sz="1400" dirty="0"/>
              <a:t> that transforms raw business data into actionable insights. The system uses </a:t>
            </a:r>
            <a:r>
              <a:rPr lang="en-US" sz="1400" b="1" dirty="0"/>
              <a:t>Python</a:t>
            </a:r>
            <a:r>
              <a:rPr lang="en-US" sz="1400" dirty="0"/>
              <a:t> for data preprocessing and machine learning tasks such as sales forecasting, customer segmentation, and product recommendation. The processed data is visualized through </a:t>
            </a:r>
            <a:r>
              <a:rPr lang="en-US" sz="1400" b="1" dirty="0"/>
              <a:t>Tableau dashboards</a:t>
            </a:r>
            <a:r>
              <a:rPr lang="en-US" sz="1400" dirty="0"/>
              <a:t> for interactive business intelligence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42" name="PlaceHolder 1"/>
          <p:cNvSpPr>
            <a:spLocks noGrp="1"/>
          </p:cNvSpPr>
          <p:nvPr>
            <p:ph type="title"/>
          </p:nvPr>
        </p:nvSpPr>
        <p:spPr>
          <a:xfrm>
            <a:off x="1126475" y="-97142"/>
            <a:ext cx="4105080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1" u="none" strike="noStrike" dirty="0">
                <a:solidFill>
                  <a:schemeClr val="dk1"/>
                </a:solidFill>
                <a:effectLst/>
                <a:uFillTx/>
                <a:latin typeface="Plus Jakarta Sans ExtraBold"/>
              </a:rPr>
              <a:t>Introduction</a:t>
            </a:r>
            <a:endParaRPr lang="fr-FR" sz="5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44" name="Google Shape;1482;p40"/>
          <p:cNvGrpSpPr/>
          <p:nvPr/>
        </p:nvGrpSpPr>
        <p:grpSpPr>
          <a:xfrm>
            <a:off x="5583044" y="825190"/>
            <a:ext cx="3311116" cy="3496610"/>
            <a:chOff x="4822920" y="652680"/>
            <a:chExt cx="4071240" cy="3669120"/>
          </a:xfrm>
        </p:grpSpPr>
        <p:sp>
          <p:nvSpPr>
            <p:cNvPr id="1345" name="Google Shape;1483;p40"/>
            <p:cNvSpPr/>
            <p:nvPr/>
          </p:nvSpPr>
          <p:spPr>
            <a:xfrm flipH="1">
              <a:off x="5176080" y="652680"/>
              <a:ext cx="3370680" cy="3669120"/>
            </a:xfrm>
            <a:custGeom>
              <a:avLst/>
              <a:gdLst>
                <a:gd name="textAreaLeft" fmla="*/ -360 w 3370680"/>
                <a:gd name="textAreaRight" fmla="*/ 3370680 w 3370680"/>
                <a:gd name="textAreaTop" fmla="*/ 0 h 3669120"/>
                <a:gd name="textAreaBottom" fmla="*/ 3669480 h 3669120"/>
              </a:gdLst>
              <a:ahLst/>
              <a:cxnLst/>
              <a:rect l="textAreaLeft" t="textAreaTop" r="textAreaRight" b="textAreaBottom"/>
              <a:pathLst>
                <a:path w="1091" h="1011">
                  <a:moveTo>
                    <a:pt x="1011" y="1011"/>
                  </a:moveTo>
                  <a:cubicBezTo>
                    <a:pt x="80" y="1011"/>
                    <a:pt x="80" y="1011"/>
                    <a:pt x="80" y="1011"/>
                  </a:cubicBezTo>
                  <a:cubicBezTo>
                    <a:pt x="36" y="1011"/>
                    <a:pt x="0" y="975"/>
                    <a:pt x="0" y="93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36"/>
                    <a:pt x="36" y="0"/>
                    <a:pt x="80" y="0"/>
                  </a:cubicBezTo>
                  <a:cubicBezTo>
                    <a:pt x="571" y="0"/>
                    <a:pt x="571" y="0"/>
                    <a:pt x="571" y="0"/>
                  </a:cubicBezTo>
                  <a:cubicBezTo>
                    <a:pt x="858" y="0"/>
                    <a:pt x="1091" y="232"/>
                    <a:pt x="1091" y="520"/>
                  </a:cubicBezTo>
                  <a:cubicBezTo>
                    <a:pt x="1091" y="930"/>
                    <a:pt x="1091" y="930"/>
                    <a:pt x="1091" y="930"/>
                  </a:cubicBezTo>
                  <a:cubicBezTo>
                    <a:pt x="1091" y="975"/>
                    <a:pt x="1055" y="1011"/>
                    <a:pt x="1011" y="101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6" name="Google Shape;1484;p40"/>
            <p:cNvSpPr/>
            <p:nvPr/>
          </p:nvSpPr>
          <p:spPr>
            <a:xfrm>
              <a:off x="6558840" y="812520"/>
              <a:ext cx="549360" cy="249480"/>
            </a:xfrm>
            <a:custGeom>
              <a:avLst/>
              <a:gdLst>
                <a:gd name="textAreaLeft" fmla="*/ 0 w 549360"/>
                <a:gd name="textAreaRight" fmla="*/ 549720 w 54936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749" h="340">
                  <a:moveTo>
                    <a:pt x="67" y="206"/>
                  </a:moveTo>
                  <a:cubicBezTo>
                    <a:pt x="94" y="206"/>
                    <a:pt x="94" y="206"/>
                    <a:pt x="94" y="206"/>
                  </a:cubicBezTo>
                  <a:cubicBezTo>
                    <a:pt x="94" y="92"/>
                    <a:pt x="186" y="0"/>
                    <a:pt x="300" y="0"/>
                  </a:cubicBezTo>
                  <a:cubicBezTo>
                    <a:pt x="384" y="0"/>
                    <a:pt x="456" y="50"/>
                    <a:pt x="488" y="122"/>
                  </a:cubicBezTo>
                  <a:cubicBezTo>
                    <a:pt x="502" y="114"/>
                    <a:pt x="519" y="109"/>
                    <a:pt x="536" y="109"/>
                  </a:cubicBezTo>
                  <a:cubicBezTo>
                    <a:pt x="590" y="109"/>
                    <a:pt x="633" y="153"/>
                    <a:pt x="633" y="206"/>
                  </a:cubicBezTo>
                  <a:cubicBezTo>
                    <a:pt x="682" y="206"/>
                    <a:pt x="682" y="206"/>
                    <a:pt x="682" y="206"/>
                  </a:cubicBezTo>
                  <a:cubicBezTo>
                    <a:pt x="719" y="206"/>
                    <a:pt x="749" y="236"/>
                    <a:pt x="749" y="273"/>
                  </a:cubicBezTo>
                  <a:cubicBezTo>
                    <a:pt x="749" y="310"/>
                    <a:pt x="719" y="340"/>
                    <a:pt x="682" y="340"/>
                  </a:cubicBezTo>
                  <a:cubicBezTo>
                    <a:pt x="67" y="340"/>
                    <a:pt x="67" y="340"/>
                    <a:pt x="67" y="340"/>
                  </a:cubicBezTo>
                  <a:cubicBezTo>
                    <a:pt x="30" y="340"/>
                    <a:pt x="0" y="310"/>
                    <a:pt x="0" y="273"/>
                  </a:cubicBezTo>
                  <a:cubicBezTo>
                    <a:pt x="0" y="236"/>
                    <a:pt x="30" y="206"/>
                    <a:pt x="67" y="206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47" name="Google Shape;1485;p40"/>
            <p:cNvGrpSpPr/>
            <p:nvPr/>
          </p:nvGrpSpPr>
          <p:grpSpPr>
            <a:xfrm>
              <a:off x="4889520" y="1248120"/>
              <a:ext cx="3175560" cy="2414520"/>
              <a:chOff x="4889520" y="1248120"/>
              <a:chExt cx="3175560" cy="2414520"/>
            </a:xfrm>
          </p:grpSpPr>
          <p:sp>
            <p:nvSpPr>
              <p:cNvPr id="1348" name="Google Shape;1486;p40"/>
              <p:cNvSpPr/>
              <p:nvPr/>
            </p:nvSpPr>
            <p:spPr>
              <a:xfrm>
                <a:off x="4889520" y="1248120"/>
                <a:ext cx="3175200" cy="241452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9" name="Google Shape;1487;p40"/>
              <p:cNvSpPr/>
              <p:nvPr/>
            </p:nvSpPr>
            <p:spPr>
              <a:xfrm>
                <a:off x="7571520" y="1248120"/>
                <a:ext cx="493560" cy="24145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0" name="Google Shape;1488;p40"/>
              <p:cNvSpPr/>
              <p:nvPr/>
            </p:nvSpPr>
            <p:spPr>
              <a:xfrm>
                <a:off x="4889520" y="1248120"/>
                <a:ext cx="3175200" cy="21024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1" name="Google Shape;1489;p40"/>
              <p:cNvSpPr/>
              <p:nvPr/>
            </p:nvSpPr>
            <p:spPr>
              <a:xfrm>
                <a:off x="5022000" y="1320840"/>
                <a:ext cx="65160" cy="65160"/>
              </a:xfrm>
              <a:custGeom>
                <a:avLst/>
                <a:gdLst>
                  <a:gd name="textAreaLeft" fmla="*/ 0 w 65160"/>
                  <a:gd name="textAreaRight" fmla="*/ 65520 w 6516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19" h="19">
                    <a:moveTo>
                      <a:pt x="17" y="10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3"/>
                      <a:pt x="12" y="15"/>
                      <a:pt x="9" y="15"/>
                    </a:cubicBezTo>
                    <a:cubicBezTo>
                      <a:pt x="6" y="15"/>
                      <a:pt x="4" y="13"/>
                      <a:pt x="4" y="10"/>
                    </a:cubicBezTo>
                    <a:cubicBezTo>
                      <a:pt x="4" y="7"/>
                      <a:pt x="6" y="4"/>
                      <a:pt x="9" y="4"/>
                    </a:cubicBezTo>
                    <a:cubicBezTo>
                      <a:pt x="12" y="4"/>
                      <a:pt x="15" y="7"/>
                      <a:pt x="15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19"/>
                      <a:pt x="9" y="19"/>
                    </a:cubicBezTo>
                    <a:cubicBezTo>
                      <a:pt x="15" y="19"/>
                      <a:pt x="19" y="15"/>
                      <a:pt x="19" y="1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760" bIns="327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2" name="Google Shape;1490;p40"/>
              <p:cNvSpPr/>
              <p:nvPr/>
            </p:nvSpPr>
            <p:spPr>
              <a:xfrm>
                <a:off x="5153400" y="1320840"/>
                <a:ext cx="65160" cy="65160"/>
              </a:xfrm>
              <a:custGeom>
                <a:avLst/>
                <a:gdLst>
                  <a:gd name="textAreaLeft" fmla="*/ 0 w 65160"/>
                  <a:gd name="textAreaRight" fmla="*/ 65520 w 6516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19" h="19">
                    <a:moveTo>
                      <a:pt x="17" y="10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3"/>
                      <a:pt x="13" y="15"/>
                      <a:pt x="10" y="15"/>
                    </a:cubicBezTo>
                    <a:cubicBezTo>
                      <a:pt x="7" y="15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5" y="7"/>
                      <a:pt x="15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15"/>
                      <a:pt x="5" y="19"/>
                      <a:pt x="10" y="19"/>
                    </a:cubicBezTo>
                    <a:cubicBezTo>
                      <a:pt x="15" y="19"/>
                      <a:pt x="19" y="15"/>
                      <a:pt x="19" y="1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760" bIns="327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3" name="Google Shape;1491;p40"/>
              <p:cNvSpPr/>
              <p:nvPr/>
            </p:nvSpPr>
            <p:spPr>
              <a:xfrm>
                <a:off x="5296680" y="1320840"/>
                <a:ext cx="65160" cy="65160"/>
              </a:xfrm>
              <a:custGeom>
                <a:avLst/>
                <a:gdLst>
                  <a:gd name="textAreaLeft" fmla="*/ 0 w 65160"/>
                  <a:gd name="textAreaRight" fmla="*/ 65520 w 6516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19" h="19">
                    <a:moveTo>
                      <a:pt x="17" y="10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3"/>
                      <a:pt x="12" y="15"/>
                      <a:pt x="9" y="15"/>
                    </a:cubicBezTo>
                    <a:cubicBezTo>
                      <a:pt x="6" y="15"/>
                      <a:pt x="4" y="13"/>
                      <a:pt x="4" y="10"/>
                    </a:cubicBezTo>
                    <a:cubicBezTo>
                      <a:pt x="4" y="7"/>
                      <a:pt x="6" y="4"/>
                      <a:pt x="9" y="4"/>
                    </a:cubicBezTo>
                    <a:cubicBezTo>
                      <a:pt x="12" y="4"/>
                      <a:pt x="15" y="7"/>
                      <a:pt x="15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4"/>
                      <a:pt x="14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19"/>
                      <a:pt x="9" y="19"/>
                    </a:cubicBezTo>
                    <a:cubicBezTo>
                      <a:pt x="14" y="19"/>
                      <a:pt x="19" y="15"/>
                      <a:pt x="19" y="1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760" bIns="327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4" name="Google Shape;1492;p40"/>
              <p:cNvSpPr/>
              <p:nvPr/>
            </p:nvSpPr>
            <p:spPr>
              <a:xfrm>
                <a:off x="5558760" y="1331280"/>
                <a:ext cx="442080" cy="43920"/>
              </a:xfrm>
              <a:custGeom>
                <a:avLst/>
                <a:gdLst>
                  <a:gd name="textAreaLeft" fmla="*/ 0 w 442080"/>
                  <a:gd name="textAreaRight" fmla="*/ 442440 w 44208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129" h="13">
                    <a:moveTo>
                      <a:pt x="123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2" y="13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6" y="0"/>
                      <a:pt x="129" y="3"/>
                      <a:pt x="129" y="7"/>
                    </a:cubicBezTo>
                    <a:cubicBezTo>
                      <a:pt x="129" y="10"/>
                      <a:pt x="126" y="13"/>
                      <a:pt x="123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5" name="Google Shape;1493;p40"/>
              <p:cNvSpPr/>
              <p:nvPr/>
            </p:nvSpPr>
            <p:spPr>
              <a:xfrm>
                <a:off x="6123600" y="1331280"/>
                <a:ext cx="445680" cy="43920"/>
              </a:xfrm>
              <a:custGeom>
                <a:avLst/>
                <a:gdLst>
                  <a:gd name="textAreaLeft" fmla="*/ 0 w 445680"/>
                  <a:gd name="textAreaRight" fmla="*/ 446040 w 44568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130" h="13">
                    <a:moveTo>
                      <a:pt x="124" y="13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27" y="0"/>
                      <a:pt x="130" y="3"/>
                      <a:pt x="130" y="7"/>
                    </a:cubicBezTo>
                    <a:cubicBezTo>
                      <a:pt x="130" y="10"/>
                      <a:pt x="127" y="13"/>
                      <a:pt x="124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6" name="Google Shape;1494;p40"/>
              <p:cNvSpPr/>
              <p:nvPr/>
            </p:nvSpPr>
            <p:spPr>
              <a:xfrm>
                <a:off x="6693480" y="1331280"/>
                <a:ext cx="445680" cy="43920"/>
              </a:xfrm>
              <a:custGeom>
                <a:avLst/>
                <a:gdLst>
                  <a:gd name="textAreaLeft" fmla="*/ 0 w 445680"/>
                  <a:gd name="textAreaRight" fmla="*/ 446040 w 44568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130" h="13">
                    <a:moveTo>
                      <a:pt x="123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7" y="0"/>
                      <a:pt x="130" y="3"/>
                      <a:pt x="130" y="7"/>
                    </a:cubicBezTo>
                    <a:cubicBezTo>
                      <a:pt x="130" y="10"/>
                      <a:pt x="127" y="13"/>
                      <a:pt x="123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7" name="Google Shape;1495;p40"/>
              <p:cNvSpPr/>
              <p:nvPr/>
            </p:nvSpPr>
            <p:spPr>
              <a:xfrm>
                <a:off x="7260120" y="1331280"/>
                <a:ext cx="445680" cy="43920"/>
              </a:xfrm>
              <a:custGeom>
                <a:avLst/>
                <a:gdLst>
                  <a:gd name="textAreaLeft" fmla="*/ 0 w 445680"/>
                  <a:gd name="textAreaRight" fmla="*/ 446040 w 44568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130" h="13">
                    <a:moveTo>
                      <a:pt x="124" y="13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27" y="0"/>
                      <a:pt x="130" y="3"/>
                      <a:pt x="130" y="7"/>
                    </a:cubicBezTo>
                    <a:cubicBezTo>
                      <a:pt x="130" y="10"/>
                      <a:pt x="127" y="13"/>
                      <a:pt x="124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960" bIns="21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58" name="Google Shape;1496;p40"/>
            <p:cNvSpPr/>
            <p:nvPr/>
          </p:nvSpPr>
          <p:spPr>
            <a:xfrm>
              <a:off x="6242400" y="2282760"/>
              <a:ext cx="775800" cy="777600"/>
            </a:xfrm>
            <a:custGeom>
              <a:avLst/>
              <a:gdLst>
                <a:gd name="textAreaLeft" fmla="*/ 0 w 775800"/>
                <a:gd name="textAreaRight" fmla="*/ 776160 w 77580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571" h="572">
                  <a:moveTo>
                    <a:pt x="566" y="340"/>
                  </a:moveTo>
                  <a:cubicBezTo>
                    <a:pt x="569" y="322"/>
                    <a:pt x="571" y="304"/>
                    <a:pt x="571" y="286"/>
                  </a:cubicBezTo>
                  <a:cubicBezTo>
                    <a:pt x="571" y="267"/>
                    <a:pt x="569" y="249"/>
                    <a:pt x="566" y="232"/>
                  </a:cubicBezTo>
                  <a:cubicBezTo>
                    <a:pt x="496" y="232"/>
                    <a:pt x="496" y="232"/>
                    <a:pt x="496" y="232"/>
                  </a:cubicBezTo>
                  <a:cubicBezTo>
                    <a:pt x="491" y="212"/>
                    <a:pt x="483" y="193"/>
                    <a:pt x="473" y="175"/>
                  </a:cubicBezTo>
                  <a:cubicBezTo>
                    <a:pt x="522" y="126"/>
                    <a:pt x="522" y="126"/>
                    <a:pt x="522" y="126"/>
                  </a:cubicBezTo>
                  <a:cubicBezTo>
                    <a:pt x="502" y="96"/>
                    <a:pt x="476" y="70"/>
                    <a:pt x="446" y="49"/>
                  </a:cubicBezTo>
                  <a:cubicBezTo>
                    <a:pt x="396" y="99"/>
                    <a:pt x="396" y="99"/>
                    <a:pt x="396" y="99"/>
                  </a:cubicBezTo>
                  <a:cubicBezTo>
                    <a:pt x="379" y="88"/>
                    <a:pt x="360" y="80"/>
                    <a:pt x="339" y="75"/>
                  </a:cubicBezTo>
                  <a:cubicBezTo>
                    <a:pt x="339" y="5"/>
                    <a:pt x="339" y="5"/>
                    <a:pt x="339" y="5"/>
                  </a:cubicBezTo>
                  <a:cubicBezTo>
                    <a:pt x="322" y="2"/>
                    <a:pt x="304" y="0"/>
                    <a:pt x="285" y="0"/>
                  </a:cubicBezTo>
                  <a:cubicBezTo>
                    <a:pt x="267" y="0"/>
                    <a:pt x="249" y="2"/>
                    <a:pt x="231" y="5"/>
                  </a:cubicBezTo>
                  <a:cubicBezTo>
                    <a:pt x="231" y="75"/>
                    <a:pt x="231" y="75"/>
                    <a:pt x="231" y="75"/>
                  </a:cubicBezTo>
                  <a:cubicBezTo>
                    <a:pt x="211" y="80"/>
                    <a:pt x="192" y="88"/>
                    <a:pt x="174" y="9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95" y="70"/>
                    <a:pt x="69" y="96"/>
                    <a:pt x="49" y="126"/>
                  </a:cubicBezTo>
                  <a:cubicBezTo>
                    <a:pt x="98" y="175"/>
                    <a:pt x="98" y="175"/>
                    <a:pt x="98" y="175"/>
                  </a:cubicBezTo>
                  <a:cubicBezTo>
                    <a:pt x="88" y="193"/>
                    <a:pt x="80" y="212"/>
                    <a:pt x="75" y="232"/>
                  </a:cubicBezTo>
                  <a:cubicBezTo>
                    <a:pt x="5" y="232"/>
                    <a:pt x="5" y="232"/>
                    <a:pt x="5" y="232"/>
                  </a:cubicBezTo>
                  <a:cubicBezTo>
                    <a:pt x="1" y="249"/>
                    <a:pt x="0" y="267"/>
                    <a:pt x="0" y="286"/>
                  </a:cubicBezTo>
                  <a:cubicBezTo>
                    <a:pt x="0" y="304"/>
                    <a:pt x="1" y="322"/>
                    <a:pt x="5" y="340"/>
                  </a:cubicBezTo>
                  <a:cubicBezTo>
                    <a:pt x="75" y="340"/>
                    <a:pt x="75" y="340"/>
                    <a:pt x="75" y="340"/>
                  </a:cubicBezTo>
                  <a:cubicBezTo>
                    <a:pt x="80" y="360"/>
                    <a:pt x="88" y="379"/>
                    <a:pt x="98" y="397"/>
                  </a:cubicBezTo>
                  <a:cubicBezTo>
                    <a:pt x="49" y="446"/>
                    <a:pt x="49" y="446"/>
                    <a:pt x="49" y="446"/>
                  </a:cubicBezTo>
                  <a:cubicBezTo>
                    <a:pt x="69" y="476"/>
                    <a:pt x="95" y="502"/>
                    <a:pt x="125" y="523"/>
                  </a:cubicBezTo>
                  <a:cubicBezTo>
                    <a:pt x="174" y="473"/>
                    <a:pt x="174" y="473"/>
                    <a:pt x="174" y="473"/>
                  </a:cubicBezTo>
                  <a:cubicBezTo>
                    <a:pt x="192" y="484"/>
                    <a:pt x="211" y="492"/>
                    <a:pt x="231" y="497"/>
                  </a:cubicBezTo>
                  <a:cubicBezTo>
                    <a:pt x="231" y="567"/>
                    <a:pt x="231" y="567"/>
                    <a:pt x="231" y="567"/>
                  </a:cubicBezTo>
                  <a:cubicBezTo>
                    <a:pt x="249" y="570"/>
                    <a:pt x="267" y="572"/>
                    <a:pt x="285" y="572"/>
                  </a:cubicBezTo>
                  <a:cubicBezTo>
                    <a:pt x="304" y="572"/>
                    <a:pt x="322" y="570"/>
                    <a:pt x="339" y="567"/>
                  </a:cubicBezTo>
                  <a:cubicBezTo>
                    <a:pt x="339" y="497"/>
                    <a:pt x="339" y="497"/>
                    <a:pt x="339" y="497"/>
                  </a:cubicBezTo>
                  <a:cubicBezTo>
                    <a:pt x="360" y="492"/>
                    <a:pt x="379" y="484"/>
                    <a:pt x="396" y="473"/>
                  </a:cubicBezTo>
                  <a:cubicBezTo>
                    <a:pt x="446" y="523"/>
                    <a:pt x="446" y="523"/>
                    <a:pt x="446" y="523"/>
                  </a:cubicBezTo>
                  <a:cubicBezTo>
                    <a:pt x="476" y="502"/>
                    <a:pt x="502" y="476"/>
                    <a:pt x="522" y="446"/>
                  </a:cubicBezTo>
                  <a:cubicBezTo>
                    <a:pt x="473" y="397"/>
                    <a:pt x="473" y="397"/>
                    <a:pt x="473" y="397"/>
                  </a:cubicBezTo>
                  <a:cubicBezTo>
                    <a:pt x="483" y="379"/>
                    <a:pt x="491" y="360"/>
                    <a:pt x="496" y="340"/>
                  </a:cubicBezTo>
                  <a:lnTo>
                    <a:pt x="566" y="340"/>
                  </a:lnTo>
                  <a:close/>
                  <a:moveTo>
                    <a:pt x="285" y="380"/>
                  </a:moveTo>
                  <a:cubicBezTo>
                    <a:pt x="234" y="380"/>
                    <a:pt x="192" y="338"/>
                    <a:pt x="192" y="286"/>
                  </a:cubicBezTo>
                  <a:cubicBezTo>
                    <a:pt x="192" y="234"/>
                    <a:pt x="234" y="192"/>
                    <a:pt x="285" y="192"/>
                  </a:cubicBezTo>
                  <a:cubicBezTo>
                    <a:pt x="337" y="192"/>
                    <a:pt x="379" y="234"/>
                    <a:pt x="379" y="286"/>
                  </a:cubicBezTo>
                  <a:cubicBezTo>
                    <a:pt x="379" y="338"/>
                    <a:pt x="337" y="380"/>
                    <a:pt x="285" y="38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9" name="Google Shape;1497;p40"/>
            <p:cNvSpPr/>
            <p:nvPr/>
          </p:nvSpPr>
          <p:spPr>
            <a:xfrm>
              <a:off x="5084640" y="2155320"/>
              <a:ext cx="1434600" cy="943560"/>
            </a:xfrm>
            <a:custGeom>
              <a:avLst/>
              <a:gdLst>
                <a:gd name="textAreaLeft" fmla="*/ 0 w 1434600"/>
                <a:gd name="textAreaRight" fmla="*/ 1434960 w 1434600"/>
                <a:gd name="textAreaTop" fmla="*/ 0 h 943560"/>
                <a:gd name="textAreaBottom" fmla="*/ 943920 h 943560"/>
              </a:gdLst>
              <a:ahLst/>
              <a:cxnLst/>
              <a:rect l="textAreaLeft" t="textAreaTop" r="textAreaRight" b="textAreaBottom"/>
              <a:pathLst>
                <a:path w="433" h="284">
                  <a:moveTo>
                    <a:pt x="415" y="284"/>
                  </a:moveTo>
                  <a:cubicBezTo>
                    <a:pt x="17" y="284"/>
                    <a:pt x="17" y="284"/>
                    <a:pt x="17" y="284"/>
                  </a:cubicBezTo>
                  <a:cubicBezTo>
                    <a:pt x="8" y="284"/>
                    <a:pt x="0" y="277"/>
                    <a:pt x="0" y="26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415" y="0"/>
                    <a:pt x="415" y="0"/>
                    <a:pt x="415" y="0"/>
                  </a:cubicBezTo>
                  <a:cubicBezTo>
                    <a:pt x="425" y="0"/>
                    <a:pt x="433" y="7"/>
                    <a:pt x="433" y="17"/>
                  </a:cubicBezTo>
                  <a:cubicBezTo>
                    <a:pt x="433" y="267"/>
                    <a:pt x="433" y="267"/>
                    <a:pt x="433" y="267"/>
                  </a:cubicBezTo>
                  <a:cubicBezTo>
                    <a:pt x="433" y="277"/>
                    <a:pt x="425" y="284"/>
                    <a:pt x="415" y="284"/>
                  </a:cubicBezTo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0" name="Google Shape;1498;p40"/>
            <p:cNvSpPr/>
            <p:nvPr/>
          </p:nvSpPr>
          <p:spPr>
            <a:xfrm>
              <a:off x="5236920" y="2321280"/>
              <a:ext cx="1130040" cy="109080"/>
            </a:xfrm>
            <a:custGeom>
              <a:avLst/>
              <a:gdLst>
                <a:gd name="textAreaLeft" fmla="*/ 0 w 1130040"/>
                <a:gd name="textAreaRight" fmla="*/ 1130400 w 113004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341" h="33">
                  <a:moveTo>
                    <a:pt x="324" y="33"/>
                  </a:moveTo>
                  <a:cubicBezTo>
                    <a:pt x="16" y="33"/>
                    <a:pt x="16" y="33"/>
                    <a:pt x="16" y="33"/>
                  </a:cubicBezTo>
                  <a:cubicBezTo>
                    <a:pt x="7" y="33"/>
                    <a:pt x="0" y="26"/>
                    <a:pt x="0" y="17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34" y="0"/>
                    <a:pt x="341" y="8"/>
                    <a:pt x="341" y="17"/>
                  </a:cubicBezTo>
                  <a:cubicBezTo>
                    <a:pt x="341" y="26"/>
                    <a:pt x="334" y="33"/>
                    <a:pt x="324" y="33"/>
                  </a:cubicBezTo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1" name="Google Shape;1499;p40"/>
            <p:cNvSpPr/>
            <p:nvPr/>
          </p:nvSpPr>
          <p:spPr>
            <a:xfrm>
              <a:off x="5236920" y="2567520"/>
              <a:ext cx="298800" cy="29880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298800"/>
                <a:gd name="textAreaBottom" fmla="*/ 299160 h 298800"/>
              </a:gdLst>
              <a:ahLst/>
              <a:cxnLst/>
              <a:rect l="textAreaLeft" t="textAreaTop" r="textAreaRight" b="textAreaBottom"/>
              <a:pathLst>
                <a:path w="90" h="90">
                  <a:moveTo>
                    <a:pt x="79" y="90"/>
                  </a:moveTo>
                  <a:cubicBezTo>
                    <a:pt x="10" y="90"/>
                    <a:pt x="10" y="90"/>
                    <a:pt x="10" y="90"/>
                  </a:cubicBezTo>
                  <a:cubicBezTo>
                    <a:pt x="5" y="90"/>
                    <a:pt x="0" y="85"/>
                    <a:pt x="0" y="7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5" y="0"/>
                    <a:pt x="90" y="4"/>
                    <a:pt x="90" y="10"/>
                  </a:cubicBezTo>
                  <a:cubicBezTo>
                    <a:pt x="90" y="79"/>
                    <a:pt x="90" y="79"/>
                    <a:pt x="90" y="79"/>
                  </a:cubicBezTo>
                  <a:cubicBezTo>
                    <a:pt x="90" y="85"/>
                    <a:pt x="85" y="90"/>
                    <a:pt x="79" y="9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2" name="Google Shape;1500;p40"/>
            <p:cNvSpPr/>
            <p:nvPr/>
          </p:nvSpPr>
          <p:spPr>
            <a:xfrm>
              <a:off x="5296680" y="2627280"/>
              <a:ext cx="239040" cy="239040"/>
            </a:xfrm>
            <a:custGeom>
              <a:avLst/>
              <a:gdLst>
                <a:gd name="textAreaLeft" fmla="*/ 0 w 239040"/>
                <a:gd name="textAreaRight" fmla="*/ 239400 w 239040"/>
                <a:gd name="textAreaTop" fmla="*/ 0 h 239040"/>
                <a:gd name="textAreaBottom" fmla="*/ 239400 h 239040"/>
              </a:gdLst>
              <a:ahLst/>
              <a:cxnLst/>
              <a:rect l="textAreaLeft" t="textAreaTop" r="textAreaRight" b="textAreaBottom"/>
              <a:pathLst>
                <a:path w="140" h="140">
                  <a:moveTo>
                    <a:pt x="43" y="140"/>
                  </a:moveTo>
                  <a:lnTo>
                    <a:pt x="0" y="140"/>
                  </a:lnTo>
                  <a:lnTo>
                    <a:pt x="0" y="0"/>
                  </a:lnTo>
                  <a:lnTo>
                    <a:pt x="140" y="0"/>
                  </a:lnTo>
                  <a:lnTo>
                    <a:pt x="140" y="43"/>
                  </a:lnTo>
                  <a:lnTo>
                    <a:pt x="43" y="43"/>
                  </a:lnTo>
                  <a:lnTo>
                    <a:pt x="43" y="14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3" name="Google Shape;1501;p40"/>
            <p:cNvSpPr/>
            <p:nvPr/>
          </p:nvSpPr>
          <p:spPr>
            <a:xfrm>
              <a:off x="5236920" y="2905920"/>
              <a:ext cx="298800" cy="2700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90" h="8">
                  <a:moveTo>
                    <a:pt x="85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8" y="0"/>
                    <a:pt x="90" y="1"/>
                    <a:pt x="90" y="4"/>
                  </a:cubicBezTo>
                  <a:cubicBezTo>
                    <a:pt x="90" y="6"/>
                    <a:pt x="88" y="8"/>
                    <a:pt x="85" y="8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4" name="Google Shape;1502;p40"/>
            <p:cNvSpPr/>
            <p:nvPr/>
          </p:nvSpPr>
          <p:spPr>
            <a:xfrm>
              <a:off x="5654160" y="2567520"/>
              <a:ext cx="295560" cy="29880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298800"/>
                <a:gd name="textAreaBottom" fmla="*/ 299160 h 298800"/>
              </a:gdLst>
              <a:ahLst/>
              <a:cxnLst/>
              <a:rect l="textAreaLeft" t="textAreaTop" r="textAreaRight" b="textAreaBottom"/>
              <a:pathLst>
                <a:path w="89" h="90">
                  <a:moveTo>
                    <a:pt x="79" y="90"/>
                  </a:moveTo>
                  <a:cubicBezTo>
                    <a:pt x="10" y="90"/>
                    <a:pt x="10" y="90"/>
                    <a:pt x="10" y="90"/>
                  </a:cubicBezTo>
                  <a:cubicBezTo>
                    <a:pt x="4" y="90"/>
                    <a:pt x="0" y="85"/>
                    <a:pt x="0" y="7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5" y="0"/>
                    <a:pt x="89" y="4"/>
                    <a:pt x="89" y="10"/>
                  </a:cubicBezTo>
                  <a:cubicBezTo>
                    <a:pt x="89" y="79"/>
                    <a:pt x="89" y="79"/>
                    <a:pt x="89" y="79"/>
                  </a:cubicBezTo>
                  <a:cubicBezTo>
                    <a:pt x="89" y="85"/>
                    <a:pt x="85" y="90"/>
                    <a:pt x="79" y="9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5" name="Google Shape;1503;p40"/>
            <p:cNvSpPr/>
            <p:nvPr/>
          </p:nvSpPr>
          <p:spPr>
            <a:xfrm>
              <a:off x="5710680" y="2627280"/>
              <a:ext cx="239040" cy="239040"/>
            </a:xfrm>
            <a:custGeom>
              <a:avLst/>
              <a:gdLst>
                <a:gd name="textAreaLeft" fmla="*/ 0 w 239040"/>
                <a:gd name="textAreaRight" fmla="*/ 239400 w 239040"/>
                <a:gd name="textAreaTop" fmla="*/ 0 h 239040"/>
                <a:gd name="textAreaBottom" fmla="*/ 239400 h 239040"/>
              </a:gdLst>
              <a:ahLst/>
              <a:cxnLst/>
              <a:rect l="textAreaLeft" t="textAreaTop" r="textAreaRight" b="textAreaBottom"/>
              <a:pathLst>
                <a:path w="72" h="72">
                  <a:moveTo>
                    <a:pt x="23" y="72"/>
                  </a:moveTo>
                  <a:cubicBezTo>
                    <a:pt x="0" y="72"/>
                    <a:pt x="0" y="72"/>
                    <a:pt x="0" y="7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5" y="0"/>
                    <a:pt x="33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22"/>
                    <a:pt x="72" y="22"/>
                    <a:pt x="72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28" y="22"/>
                    <a:pt x="23" y="27"/>
                    <a:pt x="23" y="32"/>
                  </a:cubicBezTo>
                  <a:lnTo>
                    <a:pt x="23" y="72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6" name="Google Shape;1504;p40"/>
            <p:cNvSpPr/>
            <p:nvPr/>
          </p:nvSpPr>
          <p:spPr>
            <a:xfrm>
              <a:off x="5654160" y="2905920"/>
              <a:ext cx="295560" cy="2700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89" h="8">
                  <a:moveTo>
                    <a:pt x="85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4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7" y="0"/>
                    <a:pt x="89" y="1"/>
                    <a:pt x="89" y="4"/>
                  </a:cubicBezTo>
                  <a:cubicBezTo>
                    <a:pt x="89" y="6"/>
                    <a:pt x="87" y="8"/>
                    <a:pt x="85" y="8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7" name="Google Shape;1505;p40"/>
            <p:cNvSpPr/>
            <p:nvPr/>
          </p:nvSpPr>
          <p:spPr>
            <a:xfrm>
              <a:off x="6069600" y="2567520"/>
              <a:ext cx="297360" cy="298800"/>
            </a:xfrm>
            <a:custGeom>
              <a:avLst/>
              <a:gdLst>
                <a:gd name="textAreaLeft" fmla="*/ 0 w 297360"/>
                <a:gd name="textAreaRight" fmla="*/ 297720 w 297360"/>
                <a:gd name="textAreaTop" fmla="*/ 0 h 298800"/>
                <a:gd name="textAreaBottom" fmla="*/ 299160 h 298800"/>
              </a:gdLst>
              <a:ahLst/>
              <a:cxnLst/>
              <a:rect l="textAreaLeft" t="textAreaTop" r="textAreaRight" b="textAreaBottom"/>
              <a:pathLst>
                <a:path w="90" h="90">
                  <a:moveTo>
                    <a:pt x="80" y="90"/>
                  </a:moveTo>
                  <a:cubicBezTo>
                    <a:pt x="11" y="90"/>
                    <a:pt x="11" y="90"/>
                    <a:pt x="11" y="90"/>
                  </a:cubicBezTo>
                  <a:cubicBezTo>
                    <a:pt x="5" y="90"/>
                    <a:pt x="0" y="85"/>
                    <a:pt x="0" y="7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0"/>
                    <a:pt x="90" y="4"/>
                    <a:pt x="90" y="10"/>
                  </a:cubicBezTo>
                  <a:cubicBezTo>
                    <a:pt x="90" y="79"/>
                    <a:pt x="90" y="79"/>
                    <a:pt x="90" y="79"/>
                  </a:cubicBezTo>
                  <a:cubicBezTo>
                    <a:pt x="90" y="85"/>
                    <a:pt x="85" y="90"/>
                    <a:pt x="80" y="9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8" name="Google Shape;1506;p40"/>
            <p:cNvSpPr/>
            <p:nvPr/>
          </p:nvSpPr>
          <p:spPr>
            <a:xfrm>
              <a:off x="6069600" y="2905920"/>
              <a:ext cx="297360" cy="27000"/>
            </a:xfrm>
            <a:custGeom>
              <a:avLst/>
              <a:gdLst>
                <a:gd name="textAreaLeft" fmla="*/ 0 w 297360"/>
                <a:gd name="textAreaRight" fmla="*/ 297720 w 29736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90" h="8">
                  <a:moveTo>
                    <a:pt x="8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8" y="0"/>
                    <a:pt x="90" y="1"/>
                    <a:pt x="90" y="4"/>
                  </a:cubicBezTo>
                  <a:cubicBezTo>
                    <a:pt x="90" y="6"/>
                    <a:pt x="88" y="8"/>
                    <a:pt x="86" y="8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9" name="Google Shape;1507;p40"/>
            <p:cNvSpPr/>
            <p:nvPr/>
          </p:nvSpPr>
          <p:spPr>
            <a:xfrm>
              <a:off x="6127920" y="2627280"/>
              <a:ext cx="239040" cy="239040"/>
            </a:xfrm>
            <a:custGeom>
              <a:avLst/>
              <a:gdLst>
                <a:gd name="textAreaLeft" fmla="*/ 0 w 239040"/>
                <a:gd name="textAreaRight" fmla="*/ 239400 w 239040"/>
                <a:gd name="textAreaTop" fmla="*/ 0 h 239040"/>
                <a:gd name="textAreaBottom" fmla="*/ 239400 h 239040"/>
              </a:gdLst>
              <a:ahLst/>
              <a:cxnLst/>
              <a:rect l="textAreaLeft" t="textAreaTop" r="textAreaRight" b="textAreaBottom"/>
              <a:pathLst>
                <a:path w="140" h="140">
                  <a:moveTo>
                    <a:pt x="45" y="140"/>
                  </a:moveTo>
                  <a:lnTo>
                    <a:pt x="0" y="140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140" y="0"/>
                  </a:lnTo>
                  <a:lnTo>
                    <a:pt x="140" y="43"/>
                  </a:lnTo>
                  <a:lnTo>
                    <a:pt x="86" y="43"/>
                  </a:lnTo>
                  <a:lnTo>
                    <a:pt x="45" y="83"/>
                  </a:lnTo>
                  <a:lnTo>
                    <a:pt x="45" y="14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0" name="Google Shape;1508;p40"/>
            <p:cNvSpPr/>
            <p:nvPr/>
          </p:nvSpPr>
          <p:spPr>
            <a:xfrm>
              <a:off x="5300280" y="2363760"/>
              <a:ext cx="606600" cy="30600"/>
            </a:xfrm>
            <a:custGeom>
              <a:avLst/>
              <a:gdLst>
                <a:gd name="textAreaLeft" fmla="*/ 0 w 606600"/>
                <a:gd name="textAreaRight" fmla="*/ 606960 w 6066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183" h="9">
                  <a:moveTo>
                    <a:pt x="179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79" y="9"/>
                    <a:pt x="179" y="9"/>
                    <a:pt x="179" y="9"/>
                  </a:cubicBezTo>
                  <a:cubicBezTo>
                    <a:pt x="181" y="9"/>
                    <a:pt x="183" y="7"/>
                    <a:pt x="183" y="5"/>
                  </a:cubicBezTo>
                  <a:cubicBezTo>
                    <a:pt x="183" y="2"/>
                    <a:pt x="181" y="0"/>
                    <a:pt x="179" y="0"/>
                  </a:cubicBezTo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1" name="Google Shape;1509;p40"/>
            <p:cNvSpPr/>
            <p:nvPr/>
          </p:nvSpPr>
          <p:spPr>
            <a:xfrm>
              <a:off x="6247800" y="2360520"/>
              <a:ext cx="42480" cy="3744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25" h="22">
                  <a:moveTo>
                    <a:pt x="0" y="0"/>
                  </a:moveTo>
                  <a:lnTo>
                    <a:pt x="25" y="0"/>
                  </a:lnTo>
                  <a:lnTo>
                    <a:pt x="12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2" name="Google Shape;1510;p40"/>
            <p:cNvSpPr/>
            <p:nvPr/>
          </p:nvSpPr>
          <p:spPr>
            <a:xfrm>
              <a:off x="5977080" y="1517760"/>
              <a:ext cx="928440" cy="802800"/>
            </a:xfrm>
            <a:custGeom>
              <a:avLst/>
              <a:gdLst>
                <a:gd name="textAreaLeft" fmla="*/ 0 w 928440"/>
                <a:gd name="textAreaRight" fmla="*/ 928800 w 928440"/>
                <a:gd name="textAreaTop" fmla="*/ 0 h 802800"/>
                <a:gd name="textAreaBottom" fmla="*/ 803160 h 802800"/>
              </a:gdLst>
              <a:ahLst/>
              <a:cxnLst/>
              <a:rect l="textAreaLeft" t="textAreaTop" r="textAreaRight" b="textAreaBottom"/>
              <a:pathLst>
                <a:path w="302" h="260">
                  <a:moveTo>
                    <a:pt x="284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194"/>
                    <a:pt x="8" y="202"/>
                    <a:pt x="18" y="202"/>
                  </a:cubicBezTo>
                  <a:cubicBezTo>
                    <a:pt x="23" y="202"/>
                    <a:pt x="23" y="202"/>
                    <a:pt x="23" y="202"/>
                  </a:cubicBezTo>
                  <a:cubicBezTo>
                    <a:pt x="23" y="255"/>
                    <a:pt x="23" y="255"/>
                    <a:pt x="23" y="255"/>
                  </a:cubicBezTo>
                  <a:cubicBezTo>
                    <a:pt x="23" y="258"/>
                    <a:pt x="27" y="260"/>
                    <a:pt x="29" y="257"/>
                  </a:cubicBezTo>
                  <a:cubicBezTo>
                    <a:pt x="64" y="202"/>
                    <a:pt x="64" y="202"/>
                    <a:pt x="64" y="202"/>
                  </a:cubicBezTo>
                  <a:cubicBezTo>
                    <a:pt x="284" y="202"/>
                    <a:pt x="284" y="202"/>
                    <a:pt x="284" y="202"/>
                  </a:cubicBezTo>
                  <a:cubicBezTo>
                    <a:pt x="294" y="202"/>
                    <a:pt x="302" y="194"/>
                    <a:pt x="302" y="184"/>
                  </a:cubicBezTo>
                  <a:cubicBezTo>
                    <a:pt x="302" y="17"/>
                    <a:pt x="302" y="17"/>
                    <a:pt x="302" y="17"/>
                  </a:cubicBezTo>
                  <a:cubicBezTo>
                    <a:pt x="302" y="7"/>
                    <a:pt x="294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3" name="Google Shape;1511;p40"/>
            <p:cNvSpPr/>
            <p:nvPr/>
          </p:nvSpPr>
          <p:spPr>
            <a:xfrm>
              <a:off x="6242400" y="1808280"/>
              <a:ext cx="226800" cy="228240"/>
            </a:xfrm>
            <a:custGeom>
              <a:avLst/>
              <a:gdLst>
                <a:gd name="textAreaLeft" fmla="*/ 0 w 226800"/>
                <a:gd name="textAreaRight" fmla="*/ 227160 w 226800"/>
                <a:gd name="textAreaTop" fmla="*/ 0 h 228240"/>
                <a:gd name="textAreaBottom" fmla="*/ 228600 h 228240"/>
              </a:gdLst>
              <a:ahLst/>
              <a:cxnLst/>
              <a:rect l="textAreaLeft" t="textAreaTop" r="textAreaRight" b="textAreaBottom"/>
              <a:pathLst>
                <a:path w="74" h="74">
                  <a:moveTo>
                    <a:pt x="65" y="39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51"/>
                    <a:pt x="0" y="54"/>
                    <a:pt x="2" y="56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20" y="74"/>
                    <a:pt x="23" y="74"/>
                    <a:pt x="24" y="72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65" y="3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4" name="Google Shape;1512;p40"/>
            <p:cNvSpPr/>
            <p:nvPr/>
          </p:nvSpPr>
          <p:spPr>
            <a:xfrm>
              <a:off x="6091560" y="1724400"/>
              <a:ext cx="707760" cy="126720"/>
            </a:xfrm>
            <a:custGeom>
              <a:avLst/>
              <a:gdLst>
                <a:gd name="textAreaLeft" fmla="*/ 0 w 707760"/>
                <a:gd name="textAreaRight" fmla="*/ 708120 w 70776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230" h="41">
                  <a:moveTo>
                    <a:pt x="3" y="24"/>
                  </a:moveTo>
                  <a:cubicBezTo>
                    <a:pt x="20" y="10"/>
                    <a:pt x="37" y="5"/>
                    <a:pt x="55" y="5"/>
                  </a:cubicBezTo>
                  <a:cubicBezTo>
                    <a:pt x="79" y="5"/>
                    <a:pt x="103" y="14"/>
                    <a:pt x="126" y="23"/>
                  </a:cubicBezTo>
                  <a:cubicBezTo>
                    <a:pt x="150" y="32"/>
                    <a:pt x="172" y="41"/>
                    <a:pt x="192" y="41"/>
                  </a:cubicBezTo>
                  <a:cubicBezTo>
                    <a:pt x="206" y="41"/>
                    <a:pt x="219" y="36"/>
                    <a:pt x="230" y="24"/>
                  </a:cubicBezTo>
                  <a:cubicBezTo>
                    <a:pt x="226" y="21"/>
                    <a:pt x="226" y="21"/>
                    <a:pt x="226" y="21"/>
                  </a:cubicBezTo>
                  <a:cubicBezTo>
                    <a:pt x="217" y="32"/>
                    <a:pt x="205" y="37"/>
                    <a:pt x="192" y="37"/>
                  </a:cubicBezTo>
                  <a:cubicBezTo>
                    <a:pt x="173" y="37"/>
                    <a:pt x="151" y="28"/>
                    <a:pt x="128" y="19"/>
                  </a:cubicBezTo>
                  <a:cubicBezTo>
                    <a:pt x="105" y="10"/>
                    <a:pt x="80" y="0"/>
                    <a:pt x="55" y="0"/>
                  </a:cubicBezTo>
                  <a:cubicBezTo>
                    <a:pt x="36" y="0"/>
                    <a:pt x="17" y="6"/>
                    <a:pt x="0" y="20"/>
                  </a:cubicBezTo>
                  <a:cubicBezTo>
                    <a:pt x="3" y="24"/>
                    <a:pt x="3" y="24"/>
                    <a:pt x="3" y="2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5" name="Google Shape;1513;p40"/>
            <p:cNvSpPr/>
            <p:nvPr/>
          </p:nvSpPr>
          <p:spPr>
            <a:xfrm>
              <a:off x="6019920" y="1703520"/>
              <a:ext cx="147240" cy="18396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93" h="116">
                  <a:moveTo>
                    <a:pt x="6" y="116"/>
                  </a:moveTo>
                  <a:lnTo>
                    <a:pt x="93" y="4"/>
                  </a:lnTo>
                  <a:lnTo>
                    <a:pt x="87" y="0"/>
                  </a:lnTo>
                  <a:lnTo>
                    <a:pt x="0" y="113"/>
                  </a:lnTo>
                  <a:lnTo>
                    <a:pt x="6" y="116"/>
                  </a:lnTo>
                  <a:close/>
                </a:path>
              </a:pathLst>
            </a:custGeom>
            <a:solidFill>
              <a:srgbClr val="65A2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6" name="Google Shape;1514;p40"/>
            <p:cNvSpPr/>
            <p:nvPr/>
          </p:nvSpPr>
          <p:spPr>
            <a:xfrm>
              <a:off x="6019920" y="1703520"/>
              <a:ext cx="147240" cy="18396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93" h="116">
                  <a:moveTo>
                    <a:pt x="6" y="116"/>
                  </a:moveTo>
                  <a:lnTo>
                    <a:pt x="93" y="4"/>
                  </a:lnTo>
                  <a:lnTo>
                    <a:pt x="87" y="0"/>
                  </a:lnTo>
                  <a:lnTo>
                    <a:pt x="0" y="113"/>
                  </a:ln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7" name="Google Shape;1515;p40"/>
            <p:cNvSpPr/>
            <p:nvPr/>
          </p:nvSpPr>
          <p:spPr>
            <a:xfrm>
              <a:off x="6010560" y="1870200"/>
              <a:ext cx="31320" cy="298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0" h="10">
                  <a:moveTo>
                    <a:pt x="8" y="1"/>
                  </a:moveTo>
                  <a:cubicBezTo>
                    <a:pt x="10" y="3"/>
                    <a:pt x="10" y="6"/>
                    <a:pt x="9" y="8"/>
                  </a:cubicBezTo>
                  <a:cubicBezTo>
                    <a:pt x="7" y="10"/>
                    <a:pt x="4" y="10"/>
                    <a:pt x="2" y="8"/>
                  </a:cubicBezTo>
                  <a:cubicBezTo>
                    <a:pt x="0" y="7"/>
                    <a:pt x="0" y="4"/>
                    <a:pt x="1" y="2"/>
                  </a:cubicBezTo>
                  <a:cubicBezTo>
                    <a:pt x="3" y="0"/>
                    <a:pt x="6" y="0"/>
                    <a:pt x="8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8" name="Google Shape;1516;p40"/>
            <p:cNvSpPr/>
            <p:nvPr/>
          </p:nvSpPr>
          <p:spPr>
            <a:xfrm>
              <a:off x="6147000" y="1687680"/>
              <a:ext cx="33120" cy="3312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11" h="11">
                  <a:moveTo>
                    <a:pt x="8" y="2"/>
                  </a:moveTo>
                  <a:cubicBezTo>
                    <a:pt x="10" y="4"/>
                    <a:pt x="11" y="6"/>
                    <a:pt x="9" y="8"/>
                  </a:cubicBezTo>
                  <a:cubicBezTo>
                    <a:pt x="8" y="10"/>
                    <a:pt x="5" y="11"/>
                    <a:pt x="3" y="9"/>
                  </a:cubicBezTo>
                  <a:cubicBezTo>
                    <a:pt x="1" y="8"/>
                    <a:pt x="0" y="5"/>
                    <a:pt x="2" y="3"/>
                  </a:cubicBezTo>
                  <a:cubicBezTo>
                    <a:pt x="4" y="1"/>
                    <a:pt x="6" y="0"/>
                    <a:pt x="8" y="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9" name="Google Shape;1517;p40"/>
            <p:cNvSpPr/>
            <p:nvPr/>
          </p:nvSpPr>
          <p:spPr>
            <a:xfrm>
              <a:off x="6062760" y="1762200"/>
              <a:ext cx="64800" cy="648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64800"/>
                <a:gd name="textAreaBottom" fmla="*/ 65160 h 64800"/>
              </a:gdLst>
              <a:ahLst/>
              <a:cxnLst/>
              <a:rect l="textAreaLeft" t="textAreaTop" r="textAreaRight" b="textAreaBottom"/>
              <a:pathLst>
                <a:path w="21" h="21">
                  <a:moveTo>
                    <a:pt x="16" y="3"/>
                  </a:moveTo>
                  <a:cubicBezTo>
                    <a:pt x="20" y="6"/>
                    <a:pt x="21" y="12"/>
                    <a:pt x="18" y="16"/>
                  </a:cubicBezTo>
                  <a:cubicBezTo>
                    <a:pt x="15" y="21"/>
                    <a:pt x="9" y="21"/>
                    <a:pt x="5" y="18"/>
                  </a:cubicBezTo>
                  <a:cubicBezTo>
                    <a:pt x="0" y="15"/>
                    <a:pt x="0" y="9"/>
                    <a:pt x="3" y="5"/>
                  </a:cubicBezTo>
                  <a:cubicBezTo>
                    <a:pt x="6" y="1"/>
                    <a:pt x="12" y="0"/>
                    <a:pt x="16" y="3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0" bIns="324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0" name="Google Shape;1518;p40"/>
            <p:cNvSpPr/>
            <p:nvPr/>
          </p:nvSpPr>
          <p:spPr>
            <a:xfrm>
              <a:off x="6718320" y="1703520"/>
              <a:ext cx="147240" cy="18396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93" h="116">
                  <a:moveTo>
                    <a:pt x="6" y="116"/>
                  </a:moveTo>
                  <a:lnTo>
                    <a:pt x="93" y="4"/>
                  </a:lnTo>
                  <a:lnTo>
                    <a:pt x="87" y="0"/>
                  </a:lnTo>
                  <a:lnTo>
                    <a:pt x="0" y="113"/>
                  </a:lnTo>
                  <a:lnTo>
                    <a:pt x="6" y="116"/>
                  </a:lnTo>
                  <a:close/>
                </a:path>
              </a:pathLst>
            </a:custGeom>
            <a:solidFill>
              <a:srgbClr val="65A2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1" name="Google Shape;1519;p40"/>
            <p:cNvSpPr/>
            <p:nvPr/>
          </p:nvSpPr>
          <p:spPr>
            <a:xfrm>
              <a:off x="6718320" y="1703520"/>
              <a:ext cx="147240" cy="18396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93" h="116">
                  <a:moveTo>
                    <a:pt x="6" y="116"/>
                  </a:moveTo>
                  <a:lnTo>
                    <a:pt x="93" y="4"/>
                  </a:lnTo>
                  <a:lnTo>
                    <a:pt x="87" y="0"/>
                  </a:lnTo>
                  <a:lnTo>
                    <a:pt x="0" y="113"/>
                  </a:ln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2" name="Google Shape;1520;p40"/>
            <p:cNvSpPr/>
            <p:nvPr/>
          </p:nvSpPr>
          <p:spPr>
            <a:xfrm>
              <a:off x="6708960" y="1870200"/>
              <a:ext cx="31320" cy="298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0" h="10">
                  <a:moveTo>
                    <a:pt x="8" y="1"/>
                  </a:moveTo>
                  <a:cubicBezTo>
                    <a:pt x="10" y="3"/>
                    <a:pt x="10" y="6"/>
                    <a:pt x="9" y="8"/>
                  </a:cubicBezTo>
                  <a:cubicBezTo>
                    <a:pt x="7" y="10"/>
                    <a:pt x="4" y="10"/>
                    <a:pt x="2" y="8"/>
                  </a:cubicBezTo>
                  <a:cubicBezTo>
                    <a:pt x="0" y="7"/>
                    <a:pt x="0" y="4"/>
                    <a:pt x="1" y="2"/>
                  </a:cubicBezTo>
                  <a:cubicBezTo>
                    <a:pt x="3" y="0"/>
                    <a:pt x="6" y="0"/>
                    <a:pt x="8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3" name="Google Shape;1521;p40"/>
            <p:cNvSpPr/>
            <p:nvPr/>
          </p:nvSpPr>
          <p:spPr>
            <a:xfrm>
              <a:off x="6845400" y="1687680"/>
              <a:ext cx="33120" cy="3312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11" h="11">
                  <a:moveTo>
                    <a:pt x="8" y="2"/>
                  </a:moveTo>
                  <a:cubicBezTo>
                    <a:pt x="10" y="4"/>
                    <a:pt x="11" y="6"/>
                    <a:pt x="9" y="8"/>
                  </a:cubicBezTo>
                  <a:cubicBezTo>
                    <a:pt x="8" y="10"/>
                    <a:pt x="5" y="11"/>
                    <a:pt x="3" y="9"/>
                  </a:cubicBezTo>
                  <a:cubicBezTo>
                    <a:pt x="1" y="8"/>
                    <a:pt x="0" y="5"/>
                    <a:pt x="2" y="3"/>
                  </a:cubicBezTo>
                  <a:cubicBezTo>
                    <a:pt x="3" y="1"/>
                    <a:pt x="6" y="0"/>
                    <a:pt x="8" y="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4" name="Google Shape;1522;p40"/>
            <p:cNvSpPr/>
            <p:nvPr/>
          </p:nvSpPr>
          <p:spPr>
            <a:xfrm>
              <a:off x="6758280" y="1762200"/>
              <a:ext cx="68040" cy="64800"/>
            </a:xfrm>
            <a:custGeom>
              <a:avLst/>
              <a:gdLst>
                <a:gd name="textAreaLeft" fmla="*/ 0 w 68040"/>
                <a:gd name="textAreaRight" fmla="*/ 68400 w 68040"/>
                <a:gd name="textAreaTop" fmla="*/ 0 h 64800"/>
                <a:gd name="textAreaBottom" fmla="*/ 65160 h 64800"/>
              </a:gdLst>
              <a:ahLst/>
              <a:cxnLst/>
              <a:rect l="textAreaLeft" t="textAreaTop" r="textAreaRight" b="textAreaBottom"/>
              <a:pathLst>
                <a:path w="22" h="21">
                  <a:moveTo>
                    <a:pt x="17" y="3"/>
                  </a:moveTo>
                  <a:cubicBezTo>
                    <a:pt x="21" y="6"/>
                    <a:pt x="22" y="12"/>
                    <a:pt x="19" y="16"/>
                  </a:cubicBezTo>
                  <a:cubicBezTo>
                    <a:pt x="16" y="21"/>
                    <a:pt x="10" y="21"/>
                    <a:pt x="5" y="18"/>
                  </a:cubicBezTo>
                  <a:cubicBezTo>
                    <a:pt x="1" y="15"/>
                    <a:pt x="0" y="9"/>
                    <a:pt x="4" y="5"/>
                  </a:cubicBezTo>
                  <a:cubicBezTo>
                    <a:pt x="7" y="1"/>
                    <a:pt x="13" y="0"/>
                    <a:pt x="17" y="3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0" bIns="324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5" name="Google Shape;1523;p40"/>
            <p:cNvSpPr/>
            <p:nvPr/>
          </p:nvSpPr>
          <p:spPr>
            <a:xfrm>
              <a:off x="5053320" y="3663000"/>
              <a:ext cx="1945800" cy="501120"/>
            </a:xfrm>
            <a:custGeom>
              <a:avLst/>
              <a:gdLst>
                <a:gd name="textAreaLeft" fmla="*/ 0 w 1945800"/>
                <a:gd name="textAreaRight" fmla="*/ 1946160 w 1945800"/>
                <a:gd name="textAreaTop" fmla="*/ 0 h 501120"/>
                <a:gd name="textAreaBottom" fmla="*/ 501480 h 501120"/>
              </a:gdLst>
              <a:ahLst/>
              <a:cxnLst/>
              <a:rect l="textAreaLeft" t="textAreaTop" r="textAreaRight" b="textAreaBottom"/>
              <a:pathLst>
                <a:path w="961" h="248">
                  <a:moveTo>
                    <a:pt x="961" y="248"/>
                  </a:moveTo>
                  <a:cubicBezTo>
                    <a:pt x="904" y="105"/>
                    <a:pt x="711" y="0"/>
                    <a:pt x="480" y="0"/>
                  </a:cubicBezTo>
                  <a:cubicBezTo>
                    <a:pt x="250" y="0"/>
                    <a:pt x="56" y="105"/>
                    <a:pt x="0" y="248"/>
                  </a:cubicBezTo>
                  <a:lnTo>
                    <a:pt x="961" y="24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6" name="Google Shape;1524;p40"/>
            <p:cNvSpPr/>
            <p:nvPr/>
          </p:nvSpPr>
          <p:spPr>
            <a:xfrm>
              <a:off x="6826320" y="3306600"/>
              <a:ext cx="1252080" cy="861480"/>
            </a:xfrm>
            <a:custGeom>
              <a:avLst/>
              <a:gdLst>
                <a:gd name="textAreaLeft" fmla="*/ 0 w 1252080"/>
                <a:gd name="textAreaRight" fmla="*/ 1252440 w 1252080"/>
                <a:gd name="textAreaTop" fmla="*/ 0 h 861480"/>
                <a:gd name="textAreaBottom" fmla="*/ 861840 h 861480"/>
              </a:gdLst>
              <a:ahLst/>
              <a:cxnLst/>
              <a:rect l="textAreaLeft" t="textAreaTop" r="textAreaRight" b="textAreaBottom"/>
              <a:pathLst>
                <a:path w="618" h="426">
                  <a:moveTo>
                    <a:pt x="598" y="426"/>
                  </a:moveTo>
                  <a:cubicBezTo>
                    <a:pt x="605" y="396"/>
                    <a:pt x="618" y="332"/>
                    <a:pt x="599" y="289"/>
                  </a:cubicBezTo>
                  <a:cubicBezTo>
                    <a:pt x="572" y="232"/>
                    <a:pt x="552" y="244"/>
                    <a:pt x="558" y="156"/>
                  </a:cubicBezTo>
                  <a:cubicBezTo>
                    <a:pt x="560" y="114"/>
                    <a:pt x="547" y="16"/>
                    <a:pt x="475" y="7"/>
                  </a:cubicBezTo>
                  <a:cubicBezTo>
                    <a:pt x="411" y="0"/>
                    <a:pt x="371" y="70"/>
                    <a:pt x="337" y="124"/>
                  </a:cubicBezTo>
                  <a:cubicBezTo>
                    <a:pt x="303" y="178"/>
                    <a:pt x="261" y="139"/>
                    <a:pt x="234" y="215"/>
                  </a:cubicBezTo>
                  <a:cubicBezTo>
                    <a:pt x="207" y="292"/>
                    <a:pt x="163" y="315"/>
                    <a:pt x="124" y="323"/>
                  </a:cubicBezTo>
                  <a:cubicBezTo>
                    <a:pt x="38" y="340"/>
                    <a:pt x="12" y="363"/>
                    <a:pt x="0" y="426"/>
                  </a:cubicBezTo>
                  <a:lnTo>
                    <a:pt x="598" y="42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87" name="Google Shape;1525;p40"/>
            <p:cNvCxnSpPr/>
            <p:nvPr/>
          </p:nvCxnSpPr>
          <p:spPr>
            <a:xfrm>
              <a:off x="4822920" y="4165560"/>
              <a:ext cx="4021560" cy="360"/>
            </a:xfrm>
            <a:prstGeom prst="straightConnector1">
              <a:avLst/>
            </a:prstGeom>
            <a:ln w="9525">
              <a:solidFill>
                <a:srgbClr val="FFFEF4"/>
              </a:solidFill>
              <a:round/>
            </a:ln>
          </p:spPr>
        </p:cxnSp>
        <p:sp>
          <p:nvSpPr>
            <p:cNvPr id="1388" name="Google Shape;1526;p40"/>
            <p:cNvSpPr/>
            <p:nvPr/>
          </p:nvSpPr>
          <p:spPr>
            <a:xfrm>
              <a:off x="7804080" y="997920"/>
              <a:ext cx="709920" cy="322200"/>
            </a:xfrm>
            <a:custGeom>
              <a:avLst/>
              <a:gdLst>
                <a:gd name="textAreaLeft" fmla="*/ 0 w 709920"/>
                <a:gd name="textAreaRight" fmla="*/ 710280 w 709920"/>
                <a:gd name="textAreaTop" fmla="*/ 0 h 322200"/>
                <a:gd name="textAreaBottom" fmla="*/ 322560 h 322200"/>
              </a:gdLst>
              <a:ahLst/>
              <a:cxnLst/>
              <a:rect l="textAreaLeft" t="textAreaTop" r="textAreaRight" b="textAreaBottom"/>
              <a:pathLst>
                <a:path w="968" h="439">
                  <a:moveTo>
                    <a:pt x="882" y="266"/>
                  </a:moveTo>
                  <a:cubicBezTo>
                    <a:pt x="847" y="266"/>
                    <a:pt x="847" y="266"/>
                    <a:pt x="847" y="266"/>
                  </a:cubicBezTo>
                  <a:cubicBezTo>
                    <a:pt x="847" y="119"/>
                    <a:pt x="727" y="0"/>
                    <a:pt x="580" y="0"/>
                  </a:cubicBezTo>
                  <a:cubicBezTo>
                    <a:pt x="472" y="0"/>
                    <a:pt x="379" y="65"/>
                    <a:pt x="337" y="158"/>
                  </a:cubicBezTo>
                  <a:cubicBezTo>
                    <a:pt x="319" y="147"/>
                    <a:pt x="297" y="141"/>
                    <a:pt x="274" y="141"/>
                  </a:cubicBezTo>
                  <a:cubicBezTo>
                    <a:pt x="205" y="141"/>
                    <a:pt x="149" y="197"/>
                    <a:pt x="149" y="266"/>
                  </a:cubicBezTo>
                  <a:cubicBezTo>
                    <a:pt x="86" y="266"/>
                    <a:pt x="86" y="266"/>
                    <a:pt x="86" y="266"/>
                  </a:cubicBezTo>
                  <a:cubicBezTo>
                    <a:pt x="39" y="266"/>
                    <a:pt x="0" y="305"/>
                    <a:pt x="0" y="353"/>
                  </a:cubicBezTo>
                  <a:cubicBezTo>
                    <a:pt x="0" y="401"/>
                    <a:pt x="39" y="439"/>
                    <a:pt x="86" y="439"/>
                  </a:cubicBezTo>
                  <a:cubicBezTo>
                    <a:pt x="882" y="439"/>
                    <a:pt x="882" y="439"/>
                    <a:pt x="882" y="439"/>
                  </a:cubicBezTo>
                  <a:cubicBezTo>
                    <a:pt x="929" y="439"/>
                    <a:pt x="968" y="401"/>
                    <a:pt x="968" y="353"/>
                  </a:cubicBezTo>
                  <a:cubicBezTo>
                    <a:pt x="968" y="305"/>
                    <a:pt x="929" y="266"/>
                    <a:pt x="882" y="266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89" name="Google Shape;1527;p40"/>
            <p:cNvGrpSpPr/>
            <p:nvPr/>
          </p:nvGrpSpPr>
          <p:grpSpPr>
            <a:xfrm>
              <a:off x="6999480" y="1776960"/>
              <a:ext cx="1894680" cy="2387520"/>
              <a:chOff x="6999480" y="1776960"/>
              <a:chExt cx="1894680" cy="2387520"/>
            </a:xfrm>
          </p:grpSpPr>
          <p:sp>
            <p:nvSpPr>
              <p:cNvPr id="1390" name="Google Shape;1528;p40"/>
              <p:cNvSpPr/>
              <p:nvPr/>
            </p:nvSpPr>
            <p:spPr>
              <a:xfrm flipH="1">
                <a:off x="7671960" y="2715480"/>
                <a:ext cx="734760" cy="1449000"/>
              </a:xfrm>
              <a:prstGeom prst="rect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1" name="Google Shape;1529;p40"/>
              <p:cNvSpPr/>
              <p:nvPr/>
            </p:nvSpPr>
            <p:spPr>
              <a:xfrm flipH="1">
                <a:off x="7832880" y="2656440"/>
                <a:ext cx="863280" cy="6156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2" name="Google Shape;1530;p40"/>
              <p:cNvSpPr/>
              <p:nvPr/>
            </p:nvSpPr>
            <p:spPr>
              <a:xfrm flipH="1">
                <a:off x="8159040" y="2715480"/>
                <a:ext cx="734760" cy="1449000"/>
              </a:xfrm>
              <a:custGeom>
                <a:avLst/>
                <a:gdLst>
                  <a:gd name="textAreaLeft" fmla="*/ -360 w 734760"/>
                  <a:gd name="textAreaRight" fmla="*/ 734760 w 734760"/>
                  <a:gd name="textAreaTop" fmla="*/ 0 h 1449000"/>
                  <a:gd name="textAreaBottom" fmla="*/ 1449360 h 1449000"/>
                </a:gdLst>
                <a:ahLst/>
                <a:cxnLst/>
                <a:rect l="textAreaLeft" t="textAreaTop" r="textAreaRight" b="textAreaBottom"/>
                <a:pathLst>
                  <a:path w="463" h="913">
                    <a:moveTo>
                      <a:pt x="427" y="0"/>
                    </a:moveTo>
                    <a:lnTo>
                      <a:pt x="414" y="67"/>
                    </a:lnTo>
                    <a:lnTo>
                      <a:pt x="204" y="67"/>
                    </a:lnTo>
                    <a:lnTo>
                      <a:pt x="217" y="0"/>
                    </a:lnTo>
                    <a:lnTo>
                      <a:pt x="182" y="0"/>
                    </a:lnTo>
                    <a:lnTo>
                      <a:pt x="0" y="913"/>
                    </a:lnTo>
                    <a:lnTo>
                      <a:pt x="36" y="913"/>
                    </a:lnTo>
                    <a:lnTo>
                      <a:pt x="46" y="857"/>
                    </a:lnTo>
                    <a:lnTo>
                      <a:pt x="258" y="857"/>
                    </a:lnTo>
                    <a:lnTo>
                      <a:pt x="247" y="913"/>
                    </a:lnTo>
                    <a:lnTo>
                      <a:pt x="283" y="913"/>
                    </a:lnTo>
                    <a:lnTo>
                      <a:pt x="463" y="0"/>
                    </a:lnTo>
                    <a:lnTo>
                      <a:pt x="427" y="0"/>
                    </a:lnTo>
                    <a:close/>
                    <a:moveTo>
                      <a:pt x="410" y="93"/>
                    </a:moveTo>
                    <a:lnTo>
                      <a:pt x="393" y="176"/>
                    </a:lnTo>
                    <a:lnTo>
                      <a:pt x="182" y="176"/>
                    </a:lnTo>
                    <a:lnTo>
                      <a:pt x="198" y="93"/>
                    </a:lnTo>
                    <a:lnTo>
                      <a:pt x="410" y="93"/>
                    </a:lnTo>
                    <a:close/>
                    <a:moveTo>
                      <a:pt x="95" y="614"/>
                    </a:moveTo>
                    <a:lnTo>
                      <a:pt x="112" y="530"/>
                    </a:lnTo>
                    <a:lnTo>
                      <a:pt x="323" y="530"/>
                    </a:lnTo>
                    <a:lnTo>
                      <a:pt x="307" y="614"/>
                    </a:lnTo>
                    <a:lnTo>
                      <a:pt x="95" y="614"/>
                    </a:lnTo>
                    <a:close/>
                    <a:moveTo>
                      <a:pt x="301" y="639"/>
                    </a:moveTo>
                    <a:lnTo>
                      <a:pt x="284" y="723"/>
                    </a:lnTo>
                    <a:lnTo>
                      <a:pt x="73" y="723"/>
                    </a:lnTo>
                    <a:lnTo>
                      <a:pt x="89" y="639"/>
                    </a:lnTo>
                    <a:lnTo>
                      <a:pt x="301" y="639"/>
                    </a:lnTo>
                    <a:close/>
                    <a:moveTo>
                      <a:pt x="116" y="505"/>
                    </a:moveTo>
                    <a:lnTo>
                      <a:pt x="134" y="421"/>
                    </a:lnTo>
                    <a:lnTo>
                      <a:pt x="344" y="421"/>
                    </a:lnTo>
                    <a:lnTo>
                      <a:pt x="328" y="505"/>
                    </a:lnTo>
                    <a:lnTo>
                      <a:pt x="116" y="505"/>
                    </a:lnTo>
                    <a:close/>
                    <a:moveTo>
                      <a:pt x="139" y="394"/>
                    </a:moveTo>
                    <a:lnTo>
                      <a:pt x="155" y="312"/>
                    </a:lnTo>
                    <a:lnTo>
                      <a:pt x="366" y="312"/>
                    </a:lnTo>
                    <a:lnTo>
                      <a:pt x="350" y="394"/>
                    </a:lnTo>
                    <a:lnTo>
                      <a:pt x="139" y="394"/>
                    </a:lnTo>
                    <a:close/>
                    <a:moveTo>
                      <a:pt x="161" y="285"/>
                    </a:moveTo>
                    <a:lnTo>
                      <a:pt x="177" y="203"/>
                    </a:lnTo>
                    <a:lnTo>
                      <a:pt x="387" y="203"/>
                    </a:lnTo>
                    <a:lnTo>
                      <a:pt x="371" y="285"/>
                    </a:lnTo>
                    <a:lnTo>
                      <a:pt x="161" y="285"/>
                    </a:lnTo>
                    <a:close/>
                    <a:moveTo>
                      <a:pt x="52" y="832"/>
                    </a:moveTo>
                    <a:lnTo>
                      <a:pt x="69" y="748"/>
                    </a:lnTo>
                    <a:lnTo>
                      <a:pt x="280" y="748"/>
                    </a:lnTo>
                    <a:lnTo>
                      <a:pt x="264" y="832"/>
                    </a:lnTo>
                    <a:lnTo>
                      <a:pt x="52" y="832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3" name="Google Shape;1531;p40"/>
              <p:cNvSpPr/>
              <p:nvPr/>
            </p:nvSpPr>
            <p:spPr>
              <a:xfrm flipH="1">
                <a:off x="7658280" y="2494800"/>
                <a:ext cx="522000" cy="547200"/>
              </a:xfrm>
              <a:custGeom>
                <a:avLst/>
                <a:gdLst>
                  <a:gd name="textAreaLeft" fmla="*/ 360 w 522000"/>
                  <a:gd name="textAreaRight" fmla="*/ 522720 w 522000"/>
                  <a:gd name="textAreaTop" fmla="*/ 0 h 547200"/>
                  <a:gd name="textAreaBottom" fmla="*/ 547560 h 547200"/>
                </a:gdLst>
                <a:ahLst/>
                <a:cxnLst/>
                <a:rect l="textAreaLeft" t="textAreaTop" r="textAreaRight" b="textAreaBottom"/>
                <a:pathLst>
                  <a:path w="221" h="231">
                    <a:moveTo>
                      <a:pt x="6" y="0"/>
                    </a:moveTo>
                    <a:cubicBezTo>
                      <a:pt x="0" y="27"/>
                      <a:pt x="18" y="70"/>
                      <a:pt x="64" y="70"/>
                    </a:cubicBezTo>
                    <a:cubicBezTo>
                      <a:pt x="111" y="70"/>
                      <a:pt x="160" y="70"/>
                      <a:pt x="160" y="70"/>
                    </a:cubicBezTo>
                    <a:cubicBezTo>
                      <a:pt x="119" y="231"/>
                      <a:pt x="119" y="231"/>
                      <a:pt x="119" y="231"/>
                    </a:cubicBezTo>
                    <a:cubicBezTo>
                      <a:pt x="165" y="231"/>
                      <a:pt x="165" y="231"/>
                      <a:pt x="165" y="231"/>
                    </a:cubicBezTo>
                    <a:cubicBezTo>
                      <a:pt x="165" y="231"/>
                      <a:pt x="221" y="77"/>
                      <a:pt x="213" y="45"/>
                    </a:cubicBezTo>
                    <a:cubicBezTo>
                      <a:pt x="206" y="14"/>
                      <a:pt x="91" y="0"/>
                      <a:pt x="91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4" name="Google Shape;1532;p40"/>
              <p:cNvSpPr/>
              <p:nvPr/>
            </p:nvSpPr>
            <p:spPr>
              <a:xfrm flipH="1">
                <a:off x="7783560" y="2997720"/>
                <a:ext cx="144000" cy="225000"/>
              </a:xfrm>
              <a:custGeom>
                <a:avLst/>
                <a:gdLst>
                  <a:gd name="textAreaLeft" fmla="*/ 360 w 144000"/>
                  <a:gd name="textAreaRight" fmla="*/ 144720 w 144000"/>
                  <a:gd name="textAreaTop" fmla="*/ 0 h 225000"/>
                  <a:gd name="textAreaBottom" fmla="*/ 225360 h 225000"/>
                </a:gdLst>
                <a:ahLst/>
                <a:cxnLst/>
                <a:rect l="textAreaLeft" t="textAreaTop" r="textAreaRight" b="textAreaBottom"/>
                <a:pathLst>
                  <a:path w="61" h="95">
                    <a:moveTo>
                      <a:pt x="56" y="0"/>
                    </a:moveTo>
                    <a:cubicBezTo>
                      <a:pt x="45" y="35"/>
                      <a:pt x="45" y="35"/>
                      <a:pt x="45" y="35"/>
                    </a:cubicBezTo>
                    <a:cubicBezTo>
                      <a:pt x="43" y="43"/>
                      <a:pt x="43" y="51"/>
                      <a:pt x="47" y="58"/>
                    </a:cubicBezTo>
                    <a:cubicBezTo>
                      <a:pt x="53" y="70"/>
                      <a:pt x="61" y="88"/>
                      <a:pt x="58" y="91"/>
                    </a:cubicBezTo>
                    <a:cubicBezTo>
                      <a:pt x="53" y="95"/>
                      <a:pt x="39" y="90"/>
                      <a:pt x="29" y="83"/>
                    </a:cubicBezTo>
                    <a:cubicBezTo>
                      <a:pt x="19" y="76"/>
                      <a:pt x="0" y="53"/>
                      <a:pt x="3" y="47"/>
                    </a:cubicBezTo>
                    <a:cubicBezTo>
                      <a:pt x="7" y="41"/>
                      <a:pt x="16" y="37"/>
                      <a:pt x="16" y="37"/>
                    </a:cubicBezTo>
                    <a:cubicBezTo>
                      <a:pt x="28" y="0"/>
                      <a:pt x="28" y="0"/>
                      <a:pt x="28" y="0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B0878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5" name="Google Shape;1533;p40"/>
              <p:cNvSpPr/>
              <p:nvPr/>
            </p:nvSpPr>
            <p:spPr>
              <a:xfrm flipH="1">
                <a:off x="7783560" y="3085200"/>
                <a:ext cx="144000" cy="137880"/>
              </a:xfrm>
              <a:custGeom>
                <a:avLst/>
                <a:gdLst>
                  <a:gd name="textAreaLeft" fmla="*/ 360 w 144000"/>
                  <a:gd name="textAreaRight" fmla="*/ 144720 w 144000"/>
                  <a:gd name="textAreaTop" fmla="*/ 0 h 137880"/>
                  <a:gd name="textAreaBottom" fmla="*/ 138240 h 137880"/>
                </a:gdLst>
                <a:ahLst/>
                <a:cxnLst/>
                <a:rect l="textAreaLeft" t="textAreaTop" r="textAreaRight" b="textAreaBottom"/>
                <a:pathLst>
                  <a:path w="61" h="58">
                    <a:moveTo>
                      <a:pt x="3" y="10"/>
                    </a:moveTo>
                    <a:cubicBezTo>
                      <a:pt x="0" y="16"/>
                      <a:pt x="19" y="39"/>
                      <a:pt x="29" y="46"/>
                    </a:cubicBezTo>
                    <a:cubicBezTo>
                      <a:pt x="39" y="53"/>
                      <a:pt x="53" y="58"/>
                      <a:pt x="58" y="54"/>
                    </a:cubicBezTo>
                    <a:cubicBezTo>
                      <a:pt x="61" y="51"/>
                      <a:pt x="53" y="33"/>
                      <a:pt x="47" y="21"/>
                    </a:cubicBezTo>
                    <a:cubicBezTo>
                      <a:pt x="45" y="18"/>
                      <a:pt x="44" y="15"/>
                      <a:pt x="44" y="11"/>
                    </a:cubicBezTo>
                    <a:cubicBezTo>
                      <a:pt x="36" y="12"/>
                      <a:pt x="29" y="15"/>
                      <a:pt x="29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7" y="4"/>
                      <a:pt x="3" y="1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6" name="Google Shape;1534;p40"/>
              <p:cNvSpPr/>
              <p:nvPr/>
            </p:nvSpPr>
            <p:spPr>
              <a:xfrm flipH="1">
                <a:off x="7758360" y="2975760"/>
                <a:ext cx="151920" cy="74160"/>
              </a:xfrm>
              <a:custGeom>
                <a:avLst/>
                <a:gdLst>
                  <a:gd name="textAreaLeft" fmla="*/ 360 w 151920"/>
                  <a:gd name="textAreaRight" fmla="*/ 152640 w 151920"/>
                  <a:gd name="textAreaTop" fmla="*/ 0 h 74160"/>
                  <a:gd name="textAreaBottom" fmla="*/ 74520 h 74160"/>
                </a:gdLst>
                <a:ahLst/>
                <a:cxnLst/>
                <a:rect l="textAreaLeft" t="textAreaTop" r="textAreaRight" b="textAreaBottom"/>
                <a:pathLst>
                  <a:path w="65" h="31">
                    <a:moveTo>
                      <a:pt x="8" y="0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55" y="31"/>
                      <a:pt x="55" y="31"/>
                      <a:pt x="55" y="31"/>
                    </a:cubicBezTo>
                    <a:cubicBezTo>
                      <a:pt x="55" y="31"/>
                      <a:pt x="59" y="19"/>
                      <a:pt x="65" y="0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7" name="Google Shape;1535;p40"/>
              <p:cNvSpPr/>
              <p:nvPr/>
            </p:nvSpPr>
            <p:spPr>
              <a:xfrm flipH="1">
                <a:off x="7581960" y="2045520"/>
                <a:ext cx="839520" cy="448920"/>
              </a:xfrm>
              <a:custGeom>
                <a:avLst/>
                <a:gdLst>
                  <a:gd name="textAreaLeft" fmla="*/ 360 w 839520"/>
                  <a:gd name="textAreaRight" fmla="*/ 840240 w 839520"/>
                  <a:gd name="textAreaTop" fmla="*/ 0 h 448920"/>
                  <a:gd name="textAreaBottom" fmla="*/ 449280 h 448920"/>
                </a:gdLst>
                <a:ahLst/>
                <a:cxnLst/>
                <a:rect l="textAreaLeft" t="textAreaTop" r="textAreaRight" b="textAreaBottom"/>
                <a:pathLst>
                  <a:path w="355" h="190">
                    <a:moveTo>
                      <a:pt x="229" y="2"/>
                    </a:moveTo>
                    <a:cubicBezTo>
                      <a:pt x="226" y="0"/>
                      <a:pt x="223" y="0"/>
                      <a:pt x="219" y="0"/>
                    </a:cubicBezTo>
                    <a:cubicBezTo>
                      <a:pt x="129" y="0"/>
                      <a:pt x="129" y="0"/>
                      <a:pt x="129" y="0"/>
                    </a:cubicBezTo>
                    <a:cubicBezTo>
                      <a:pt x="114" y="0"/>
                      <a:pt x="101" y="4"/>
                      <a:pt x="89" y="13"/>
                    </a:cubicBezTo>
                    <a:cubicBezTo>
                      <a:pt x="66" y="31"/>
                      <a:pt x="27" y="69"/>
                      <a:pt x="0" y="132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44" y="132"/>
                      <a:pt x="65" y="77"/>
                      <a:pt x="98" y="54"/>
                    </a:cubicBezTo>
                    <a:cubicBezTo>
                      <a:pt x="69" y="190"/>
                      <a:pt x="69" y="190"/>
                      <a:pt x="69" y="190"/>
                    </a:cubicBezTo>
                    <a:cubicBezTo>
                      <a:pt x="194" y="190"/>
                      <a:pt x="194" y="190"/>
                      <a:pt x="194" y="190"/>
                    </a:cubicBezTo>
                    <a:cubicBezTo>
                      <a:pt x="217" y="47"/>
                      <a:pt x="217" y="47"/>
                      <a:pt x="217" y="47"/>
                    </a:cubicBezTo>
                    <a:cubicBezTo>
                      <a:pt x="344" y="91"/>
                      <a:pt x="344" y="91"/>
                      <a:pt x="344" y="91"/>
                    </a:cubicBezTo>
                    <a:cubicBezTo>
                      <a:pt x="355" y="56"/>
                      <a:pt x="355" y="56"/>
                      <a:pt x="355" y="56"/>
                    </a:cubicBezTo>
                    <a:lnTo>
                      <a:pt x="229" y="2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8" name="Google Shape;1536;p40"/>
              <p:cNvSpPr/>
              <p:nvPr/>
            </p:nvSpPr>
            <p:spPr>
              <a:xfrm flipH="1">
                <a:off x="7821000" y="2494800"/>
                <a:ext cx="479160" cy="547200"/>
              </a:xfrm>
              <a:custGeom>
                <a:avLst/>
                <a:gdLst>
                  <a:gd name="textAreaLeft" fmla="*/ -360 w 479160"/>
                  <a:gd name="textAreaRight" fmla="*/ 479160 w 479160"/>
                  <a:gd name="textAreaTop" fmla="*/ 0 h 547200"/>
                  <a:gd name="textAreaBottom" fmla="*/ 547560 h 547200"/>
                </a:gdLst>
                <a:ahLst/>
                <a:cxnLst/>
                <a:rect l="textAreaLeft" t="textAreaTop" r="textAreaRight" b="textAreaBottom"/>
                <a:pathLst>
                  <a:path w="203" h="231">
                    <a:moveTo>
                      <a:pt x="18" y="0"/>
                    </a:moveTo>
                    <a:cubicBezTo>
                      <a:pt x="12" y="27"/>
                      <a:pt x="0" y="70"/>
                      <a:pt x="46" y="70"/>
                    </a:cubicBezTo>
                    <a:cubicBezTo>
                      <a:pt x="93" y="70"/>
                      <a:pt x="142" y="70"/>
                      <a:pt x="142" y="70"/>
                    </a:cubicBezTo>
                    <a:cubicBezTo>
                      <a:pt x="101" y="231"/>
                      <a:pt x="101" y="231"/>
                      <a:pt x="101" y="231"/>
                    </a:cubicBezTo>
                    <a:cubicBezTo>
                      <a:pt x="147" y="231"/>
                      <a:pt x="147" y="231"/>
                      <a:pt x="147" y="231"/>
                    </a:cubicBezTo>
                    <a:cubicBezTo>
                      <a:pt x="147" y="231"/>
                      <a:pt x="203" y="77"/>
                      <a:pt x="195" y="45"/>
                    </a:cubicBezTo>
                    <a:cubicBezTo>
                      <a:pt x="188" y="14"/>
                      <a:pt x="73" y="0"/>
                      <a:pt x="73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9" name="Google Shape;1537;p40"/>
              <p:cNvSpPr/>
              <p:nvPr/>
            </p:nvSpPr>
            <p:spPr>
              <a:xfrm flipH="1">
                <a:off x="7947360" y="2997720"/>
                <a:ext cx="144000" cy="225000"/>
              </a:xfrm>
              <a:custGeom>
                <a:avLst/>
                <a:gdLst>
                  <a:gd name="textAreaLeft" fmla="*/ 360 w 144000"/>
                  <a:gd name="textAreaRight" fmla="*/ 144720 w 144000"/>
                  <a:gd name="textAreaTop" fmla="*/ 0 h 225000"/>
                  <a:gd name="textAreaBottom" fmla="*/ 225360 h 225000"/>
                </a:gdLst>
                <a:ahLst/>
                <a:cxnLst/>
                <a:rect l="textAreaLeft" t="textAreaTop" r="textAreaRight" b="textAreaBottom"/>
                <a:pathLst>
                  <a:path w="61" h="95">
                    <a:moveTo>
                      <a:pt x="56" y="0"/>
                    </a:moveTo>
                    <a:cubicBezTo>
                      <a:pt x="45" y="35"/>
                      <a:pt x="45" y="35"/>
                      <a:pt x="45" y="35"/>
                    </a:cubicBezTo>
                    <a:cubicBezTo>
                      <a:pt x="43" y="43"/>
                      <a:pt x="43" y="51"/>
                      <a:pt x="47" y="58"/>
                    </a:cubicBezTo>
                    <a:cubicBezTo>
                      <a:pt x="53" y="70"/>
                      <a:pt x="61" y="88"/>
                      <a:pt x="58" y="91"/>
                    </a:cubicBezTo>
                    <a:cubicBezTo>
                      <a:pt x="53" y="95"/>
                      <a:pt x="39" y="90"/>
                      <a:pt x="29" y="83"/>
                    </a:cubicBezTo>
                    <a:cubicBezTo>
                      <a:pt x="19" y="76"/>
                      <a:pt x="0" y="53"/>
                      <a:pt x="3" y="47"/>
                    </a:cubicBezTo>
                    <a:cubicBezTo>
                      <a:pt x="7" y="41"/>
                      <a:pt x="16" y="37"/>
                      <a:pt x="16" y="37"/>
                    </a:cubicBezTo>
                    <a:cubicBezTo>
                      <a:pt x="28" y="0"/>
                      <a:pt x="28" y="0"/>
                      <a:pt x="28" y="0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B0878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0" name="Google Shape;1538;p40"/>
              <p:cNvSpPr/>
              <p:nvPr/>
            </p:nvSpPr>
            <p:spPr>
              <a:xfrm flipH="1">
                <a:off x="7947360" y="3085200"/>
                <a:ext cx="144000" cy="137880"/>
              </a:xfrm>
              <a:custGeom>
                <a:avLst/>
                <a:gdLst>
                  <a:gd name="textAreaLeft" fmla="*/ 360 w 144000"/>
                  <a:gd name="textAreaRight" fmla="*/ 144720 w 144000"/>
                  <a:gd name="textAreaTop" fmla="*/ 0 h 137880"/>
                  <a:gd name="textAreaBottom" fmla="*/ 138240 h 137880"/>
                </a:gdLst>
                <a:ahLst/>
                <a:cxnLst/>
                <a:rect l="textAreaLeft" t="textAreaTop" r="textAreaRight" b="textAreaBottom"/>
                <a:pathLst>
                  <a:path w="61" h="58">
                    <a:moveTo>
                      <a:pt x="3" y="10"/>
                    </a:moveTo>
                    <a:cubicBezTo>
                      <a:pt x="0" y="16"/>
                      <a:pt x="19" y="39"/>
                      <a:pt x="29" y="46"/>
                    </a:cubicBezTo>
                    <a:cubicBezTo>
                      <a:pt x="39" y="53"/>
                      <a:pt x="53" y="58"/>
                      <a:pt x="58" y="54"/>
                    </a:cubicBezTo>
                    <a:cubicBezTo>
                      <a:pt x="61" y="51"/>
                      <a:pt x="53" y="33"/>
                      <a:pt x="47" y="21"/>
                    </a:cubicBezTo>
                    <a:cubicBezTo>
                      <a:pt x="45" y="18"/>
                      <a:pt x="44" y="15"/>
                      <a:pt x="44" y="11"/>
                    </a:cubicBezTo>
                    <a:cubicBezTo>
                      <a:pt x="36" y="12"/>
                      <a:pt x="29" y="15"/>
                      <a:pt x="29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7" y="4"/>
                      <a:pt x="3" y="1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1" name="Google Shape;1539;p40"/>
              <p:cNvSpPr/>
              <p:nvPr/>
            </p:nvSpPr>
            <p:spPr>
              <a:xfrm flipH="1">
                <a:off x="8328240" y="2338920"/>
                <a:ext cx="164880" cy="290160"/>
              </a:xfrm>
              <a:custGeom>
                <a:avLst/>
                <a:gdLst>
                  <a:gd name="textAreaLeft" fmla="*/ 360 w 164880"/>
                  <a:gd name="textAreaRight" fmla="*/ 165600 w 164880"/>
                  <a:gd name="textAreaTop" fmla="*/ 0 h 290160"/>
                  <a:gd name="textAreaBottom" fmla="*/ 290520 h 290160"/>
                </a:gdLst>
                <a:ahLst/>
                <a:cxnLst/>
                <a:rect l="textAreaLeft" t="textAreaTop" r="textAreaRight" b="textAreaBottom"/>
                <a:pathLst>
                  <a:path w="70" h="123">
                    <a:moveTo>
                      <a:pt x="70" y="1"/>
                    </a:moveTo>
                    <a:cubicBezTo>
                      <a:pt x="70" y="2"/>
                      <a:pt x="39" y="88"/>
                      <a:pt x="39" y="88"/>
                    </a:cubicBezTo>
                    <a:cubicBezTo>
                      <a:pt x="39" y="88"/>
                      <a:pt x="35" y="112"/>
                      <a:pt x="33" y="114"/>
                    </a:cubicBezTo>
                    <a:cubicBezTo>
                      <a:pt x="30" y="116"/>
                      <a:pt x="32" y="99"/>
                      <a:pt x="32" y="99"/>
                    </a:cubicBezTo>
                    <a:cubicBezTo>
                      <a:pt x="17" y="123"/>
                      <a:pt x="17" y="123"/>
                      <a:pt x="17" y="123"/>
                    </a:cubicBezTo>
                    <a:cubicBezTo>
                      <a:pt x="3" y="114"/>
                      <a:pt x="3" y="114"/>
                      <a:pt x="3" y="114"/>
                    </a:cubicBezTo>
                    <a:cubicBezTo>
                      <a:pt x="1" y="112"/>
                      <a:pt x="0" y="108"/>
                      <a:pt x="2" y="106"/>
                    </a:cubicBezTo>
                    <a:cubicBezTo>
                      <a:pt x="19" y="82"/>
                      <a:pt x="19" y="82"/>
                      <a:pt x="19" y="82"/>
                    </a:cubicBezTo>
                    <a:cubicBezTo>
                      <a:pt x="43" y="0"/>
                      <a:pt x="43" y="0"/>
                      <a:pt x="43" y="0"/>
                    </a:cubicBezTo>
                    <a:lnTo>
                      <a:pt x="70" y="1"/>
                    </a:lnTo>
                    <a:close/>
                  </a:path>
                </a:pathLst>
              </a:custGeom>
              <a:solidFill>
                <a:srgbClr val="B0878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2" name="Google Shape;1540;p40"/>
              <p:cNvSpPr/>
              <p:nvPr/>
            </p:nvSpPr>
            <p:spPr>
              <a:xfrm flipH="1">
                <a:off x="8289360" y="2307240"/>
                <a:ext cx="139320" cy="52200"/>
              </a:xfrm>
              <a:custGeom>
                <a:avLst/>
                <a:gdLst>
                  <a:gd name="textAreaLeft" fmla="*/ -360 w 139320"/>
                  <a:gd name="textAreaRight" fmla="*/ 139320 w 139320"/>
                  <a:gd name="textAreaTop" fmla="*/ 0 h 52200"/>
                  <a:gd name="textAreaBottom" fmla="*/ 52560 h 52200"/>
                </a:gdLst>
                <a:ahLst/>
                <a:cxnLst/>
                <a:rect l="textAreaLeft" t="textAreaTop" r="textAreaRight" b="textAreaBottom"/>
                <a:pathLst>
                  <a:path w="59" h="22">
                    <a:moveTo>
                      <a:pt x="10" y="0"/>
                    </a:moveTo>
                    <a:cubicBezTo>
                      <a:pt x="7" y="7"/>
                      <a:pt x="3" y="14"/>
                      <a:pt x="0" y="22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9" y="22"/>
                      <a:pt x="53" y="13"/>
                      <a:pt x="59" y="0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3" name="Google Shape;1541;p40"/>
              <p:cNvSpPr/>
              <p:nvPr/>
            </p:nvSpPr>
            <p:spPr>
              <a:xfrm flipH="1">
                <a:off x="7919640" y="2975760"/>
                <a:ext cx="153720" cy="74160"/>
              </a:xfrm>
              <a:custGeom>
                <a:avLst/>
                <a:gdLst>
                  <a:gd name="textAreaLeft" fmla="*/ -360 w 153720"/>
                  <a:gd name="textAreaRight" fmla="*/ 153720 w 153720"/>
                  <a:gd name="textAreaTop" fmla="*/ 0 h 74160"/>
                  <a:gd name="textAreaBottom" fmla="*/ 74520 h 74160"/>
                </a:gdLst>
                <a:ahLst/>
                <a:cxnLst/>
                <a:rect l="textAreaLeft" t="textAreaTop" r="textAreaRight" b="textAreaBottom"/>
                <a:pathLst>
                  <a:path w="65" h="31">
                    <a:moveTo>
                      <a:pt x="8" y="0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55" y="31"/>
                      <a:pt x="55" y="31"/>
                      <a:pt x="55" y="31"/>
                    </a:cubicBezTo>
                    <a:cubicBezTo>
                      <a:pt x="55" y="31"/>
                      <a:pt x="59" y="19"/>
                      <a:pt x="65" y="0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4" name="Google Shape;1542;p40"/>
              <p:cNvSpPr/>
              <p:nvPr/>
            </p:nvSpPr>
            <p:spPr>
              <a:xfrm flipH="1">
                <a:off x="7994160" y="1788120"/>
                <a:ext cx="122040" cy="201240"/>
              </a:xfrm>
              <a:custGeom>
                <a:avLst/>
                <a:gdLst>
                  <a:gd name="textAreaLeft" fmla="*/ -360 w 122040"/>
                  <a:gd name="textAreaRight" fmla="*/ 122040 w 122040"/>
                  <a:gd name="textAreaTop" fmla="*/ 0 h 201240"/>
                  <a:gd name="textAreaBottom" fmla="*/ 201600 h 201240"/>
                </a:gdLst>
                <a:ahLst/>
                <a:cxnLst/>
                <a:rect l="textAreaLeft" t="textAreaTop" r="textAreaRight" b="textAreaBottom"/>
                <a:pathLst>
                  <a:path w="52" h="85">
                    <a:moveTo>
                      <a:pt x="25" y="85"/>
                    </a:moveTo>
                    <a:cubicBezTo>
                      <a:pt x="18" y="74"/>
                      <a:pt x="18" y="74"/>
                      <a:pt x="18" y="74"/>
                    </a:cubicBezTo>
                    <a:cubicBezTo>
                      <a:pt x="18" y="74"/>
                      <a:pt x="0" y="50"/>
                      <a:pt x="13" y="25"/>
                    </a:cubicBezTo>
                    <a:cubicBezTo>
                      <a:pt x="26" y="0"/>
                      <a:pt x="52" y="30"/>
                      <a:pt x="52" y="30"/>
                    </a:cubicBezTo>
                    <a:lnTo>
                      <a:pt x="25" y="8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5" name="Google Shape;1543;p40"/>
              <p:cNvSpPr/>
              <p:nvPr/>
            </p:nvSpPr>
            <p:spPr>
              <a:xfrm flipH="1">
                <a:off x="7922520" y="1848600"/>
                <a:ext cx="183960" cy="259920"/>
              </a:xfrm>
              <a:custGeom>
                <a:avLst/>
                <a:gdLst>
                  <a:gd name="textAreaLeft" fmla="*/ -360 w 183960"/>
                  <a:gd name="textAreaRight" fmla="*/ 183960 w 183960"/>
                  <a:gd name="textAreaTop" fmla="*/ 0 h 259920"/>
                  <a:gd name="textAreaBottom" fmla="*/ 260280 h 259920"/>
                </a:gdLst>
                <a:ahLst/>
                <a:cxnLst/>
                <a:rect l="textAreaLeft" t="textAreaTop" r="textAreaRight" b="textAreaBottom"/>
                <a:pathLst>
                  <a:path w="78" h="110">
                    <a:moveTo>
                      <a:pt x="73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36" y="7"/>
                      <a:pt x="35" y="14"/>
                      <a:pt x="32" y="20"/>
                    </a:cubicBezTo>
                    <a:cubicBezTo>
                      <a:pt x="32" y="17"/>
                      <a:pt x="30" y="13"/>
                      <a:pt x="26" y="13"/>
                    </a:cubicBezTo>
                    <a:cubicBezTo>
                      <a:pt x="19" y="14"/>
                      <a:pt x="17" y="32"/>
                      <a:pt x="23" y="33"/>
                    </a:cubicBezTo>
                    <a:cubicBezTo>
                      <a:pt x="24" y="33"/>
                      <a:pt x="25" y="33"/>
                      <a:pt x="26" y="33"/>
                    </a:cubicBezTo>
                    <a:cubicBezTo>
                      <a:pt x="20" y="43"/>
                      <a:pt x="14" y="49"/>
                      <a:pt x="14" y="49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30" y="110"/>
                      <a:pt x="59" y="83"/>
                      <a:pt x="59" y="83"/>
                    </a:cubicBezTo>
                    <a:cubicBezTo>
                      <a:pt x="48" y="83"/>
                      <a:pt x="48" y="83"/>
                      <a:pt x="48" y="83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8" y="57"/>
                      <a:pt x="50" y="55"/>
                      <a:pt x="53" y="55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5" y="54"/>
                      <a:pt x="68" y="51"/>
                      <a:pt x="69" y="46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8" y="32"/>
                      <a:pt x="78" y="32"/>
                      <a:pt x="78" y="32"/>
                    </a:cubicBezTo>
                    <a:cubicBezTo>
                      <a:pt x="78" y="32"/>
                      <a:pt x="74" y="1"/>
                      <a:pt x="73" y="0"/>
                    </a:cubicBezTo>
                    <a:close/>
                  </a:path>
                </a:pathLst>
              </a:custGeom>
              <a:solidFill>
                <a:srgbClr val="B0878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6" name="Google Shape;1544;p40"/>
              <p:cNvSpPr/>
              <p:nvPr/>
            </p:nvSpPr>
            <p:spPr>
              <a:xfrm flipH="1">
                <a:off x="7879680" y="1776960"/>
                <a:ext cx="217080" cy="82080"/>
              </a:xfrm>
              <a:custGeom>
                <a:avLst/>
                <a:gdLst>
                  <a:gd name="textAreaLeft" fmla="*/ -360 w 217080"/>
                  <a:gd name="textAreaRight" fmla="*/ 217080 w 217080"/>
                  <a:gd name="textAreaTop" fmla="*/ 0 h 82080"/>
                  <a:gd name="textAreaBottom" fmla="*/ 82440 h 82080"/>
                </a:gdLst>
                <a:ahLst/>
                <a:cxnLst/>
                <a:rect l="textAreaLeft" t="textAreaTop" r="textAreaRight" b="textAreaBottom"/>
                <a:pathLst>
                  <a:path w="92" h="35">
                    <a:moveTo>
                      <a:pt x="2" y="32"/>
                    </a:moveTo>
                    <a:cubicBezTo>
                      <a:pt x="2" y="34"/>
                      <a:pt x="4" y="35"/>
                      <a:pt x="6" y="35"/>
                    </a:cubicBezTo>
                    <a:cubicBezTo>
                      <a:pt x="77" y="35"/>
                      <a:pt x="77" y="35"/>
                      <a:pt x="77" y="35"/>
                    </a:cubicBezTo>
                    <a:cubicBezTo>
                      <a:pt x="87" y="35"/>
                      <a:pt x="92" y="35"/>
                      <a:pt x="92" y="31"/>
                    </a:cubicBezTo>
                    <a:cubicBezTo>
                      <a:pt x="92" y="28"/>
                      <a:pt x="79" y="26"/>
                      <a:pt x="79" y="26"/>
                    </a:cubicBezTo>
                    <a:cubicBezTo>
                      <a:pt x="79" y="26"/>
                      <a:pt x="72" y="0"/>
                      <a:pt x="46" y="0"/>
                    </a:cubicBezTo>
                    <a:cubicBezTo>
                      <a:pt x="21" y="0"/>
                      <a:pt x="3" y="11"/>
                      <a:pt x="1" y="23"/>
                    </a:cubicBezTo>
                    <a:cubicBezTo>
                      <a:pt x="0" y="27"/>
                      <a:pt x="1" y="30"/>
                      <a:pt x="2" y="3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040" bIns="41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7" name="Google Shape;1545;p40"/>
              <p:cNvSpPr/>
              <p:nvPr/>
            </p:nvSpPr>
            <p:spPr>
              <a:xfrm flipH="1">
                <a:off x="6999480" y="2137320"/>
                <a:ext cx="360000" cy="399600"/>
              </a:xfrm>
              <a:custGeom>
                <a:avLst/>
                <a:gdLst>
                  <a:gd name="textAreaLeft" fmla="*/ 360 w 360000"/>
                  <a:gd name="textAreaRight" fmla="*/ 360720 w 36000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227" h="252">
                    <a:moveTo>
                      <a:pt x="61" y="15"/>
                    </a:moveTo>
                    <a:lnTo>
                      <a:pt x="214" y="54"/>
                    </a:lnTo>
                    <a:lnTo>
                      <a:pt x="166" y="239"/>
                    </a:lnTo>
                    <a:lnTo>
                      <a:pt x="13" y="198"/>
                    </a:lnTo>
                    <a:lnTo>
                      <a:pt x="61" y="15"/>
                    </a:lnTo>
                    <a:close/>
                    <a:moveTo>
                      <a:pt x="52" y="0"/>
                    </a:moveTo>
                    <a:lnTo>
                      <a:pt x="0" y="207"/>
                    </a:lnTo>
                    <a:lnTo>
                      <a:pt x="174" y="252"/>
                    </a:lnTo>
                    <a:lnTo>
                      <a:pt x="227" y="46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FF007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8" name="Google Shape;1546;p40"/>
              <p:cNvSpPr/>
              <p:nvPr/>
            </p:nvSpPr>
            <p:spPr>
              <a:xfrm flipH="1">
                <a:off x="6999480" y="2137320"/>
                <a:ext cx="360000" cy="399600"/>
              </a:xfrm>
              <a:custGeom>
                <a:avLst/>
                <a:gdLst>
                  <a:gd name="textAreaLeft" fmla="*/ 360 w 360000"/>
                  <a:gd name="textAreaRight" fmla="*/ 360720 w 36000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227" h="252">
                    <a:moveTo>
                      <a:pt x="61" y="15"/>
                    </a:moveTo>
                    <a:lnTo>
                      <a:pt x="214" y="54"/>
                    </a:lnTo>
                    <a:lnTo>
                      <a:pt x="166" y="239"/>
                    </a:lnTo>
                    <a:lnTo>
                      <a:pt x="13" y="198"/>
                    </a:lnTo>
                    <a:lnTo>
                      <a:pt x="61" y="15"/>
                    </a:lnTo>
                    <a:moveTo>
                      <a:pt x="52" y="0"/>
                    </a:moveTo>
                    <a:lnTo>
                      <a:pt x="0" y="207"/>
                    </a:lnTo>
                    <a:lnTo>
                      <a:pt x="174" y="252"/>
                    </a:lnTo>
                    <a:lnTo>
                      <a:pt x="227" y="46"/>
                    </a:lnTo>
                    <a:lnTo>
                      <a:pt x="52" y="0"/>
                    </a:ln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9" name="Google Shape;1547;p40"/>
              <p:cNvSpPr/>
              <p:nvPr/>
            </p:nvSpPr>
            <p:spPr>
              <a:xfrm flipH="1">
                <a:off x="7252920" y="2201040"/>
                <a:ext cx="323640" cy="156960"/>
              </a:xfrm>
              <a:custGeom>
                <a:avLst/>
                <a:gdLst>
                  <a:gd name="textAreaLeft" fmla="*/ -360 w 323640"/>
                  <a:gd name="textAreaRight" fmla="*/ 323640 w 323640"/>
                  <a:gd name="textAreaTop" fmla="*/ 0 h 156960"/>
                  <a:gd name="textAreaBottom" fmla="*/ 157320 h 156960"/>
                </a:gdLst>
                <a:ahLst/>
                <a:cxnLst/>
                <a:rect l="textAreaLeft" t="textAreaTop" r="textAreaRight" b="textAreaBottom"/>
                <a:pathLst>
                  <a:path w="137" h="66">
                    <a:moveTo>
                      <a:pt x="9" y="0"/>
                    </a:moveTo>
                    <a:cubicBezTo>
                      <a:pt x="94" y="36"/>
                      <a:pt x="94" y="36"/>
                      <a:pt x="94" y="36"/>
                    </a:cubicBezTo>
                    <a:cubicBezTo>
                      <a:pt x="94" y="36"/>
                      <a:pt x="109" y="30"/>
                      <a:pt x="123" y="29"/>
                    </a:cubicBezTo>
                    <a:cubicBezTo>
                      <a:pt x="137" y="28"/>
                      <a:pt x="132" y="35"/>
                      <a:pt x="125" y="36"/>
                    </a:cubicBezTo>
                    <a:cubicBezTo>
                      <a:pt x="118" y="36"/>
                      <a:pt x="111" y="39"/>
                      <a:pt x="111" y="39"/>
                    </a:cubicBezTo>
                    <a:cubicBezTo>
                      <a:pt x="104" y="66"/>
                      <a:pt x="104" y="66"/>
                      <a:pt x="104" y="66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0" y="27"/>
                      <a:pt x="0" y="27"/>
                      <a:pt x="0" y="27"/>
                    </a:cubicBez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B0878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0" name="Google Shape;1548;p40"/>
              <p:cNvSpPr/>
              <p:nvPr/>
            </p:nvSpPr>
            <p:spPr>
              <a:xfrm flipH="1">
                <a:off x="7537680" y="2166120"/>
                <a:ext cx="82080" cy="122040"/>
              </a:xfrm>
              <a:custGeom>
                <a:avLst/>
                <a:gdLst>
                  <a:gd name="textAreaLeft" fmla="*/ 360 w 82080"/>
                  <a:gd name="textAreaRight" fmla="*/ 82800 w 82080"/>
                  <a:gd name="textAreaTop" fmla="*/ 0 h 122040"/>
                  <a:gd name="textAreaBottom" fmla="*/ 122400 h 122040"/>
                </a:gdLst>
                <a:ahLst/>
                <a:cxnLst/>
                <a:rect l="textAreaLeft" t="textAreaTop" r="textAreaRight" b="textAreaBottom"/>
                <a:pathLst>
                  <a:path w="35" h="52">
                    <a:moveTo>
                      <a:pt x="0" y="44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9" y="12"/>
                      <a:pt x="4" y="31"/>
                      <a:pt x="0" y="4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11" name="Google Shape;1549;p40"/>
            <p:cNvGrpSpPr/>
            <p:nvPr/>
          </p:nvGrpSpPr>
          <p:grpSpPr>
            <a:xfrm>
              <a:off x="5405760" y="665280"/>
              <a:ext cx="326520" cy="328320"/>
              <a:chOff x="5405760" y="665280"/>
              <a:chExt cx="326520" cy="328320"/>
            </a:xfrm>
          </p:grpSpPr>
          <p:sp>
            <p:nvSpPr>
              <p:cNvPr id="1412" name="Google Shape;1550;p40"/>
              <p:cNvSpPr/>
              <p:nvPr/>
            </p:nvSpPr>
            <p:spPr>
              <a:xfrm>
                <a:off x="5546880" y="8244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3" name="Google Shape;1551;p40"/>
              <p:cNvSpPr/>
              <p:nvPr/>
            </p:nvSpPr>
            <p:spPr>
              <a:xfrm>
                <a:off x="5615640" y="82440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4" name="Google Shape;1552;p40"/>
              <p:cNvSpPr/>
              <p:nvPr/>
            </p:nvSpPr>
            <p:spPr>
              <a:xfrm>
                <a:off x="5684400" y="824400"/>
                <a:ext cx="4788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5" name="Google Shape;1553;p40"/>
              <p:cNvSpPr/>
              <p:nvPr/>
            </p:nvSpPr>
            <p:spPr>
              <a:xfrm>
                <a:off x="5476320" y="824400"/>
                <a:ext cx="4824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6" name="Google Shape;1554;p40"/>
              <p:cNvSpPr/>
              <p:nvPr/>
            </p:nvSpPr>
            <p:spPr>
              <a:xfrm>
                <a:off x="5405760" y="82440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7" name="Google Shape;1555;p40"/>
              <p:cNvSpPr/>
              <p:nvPr/>
            </p:nvSpPr>
            <p:spPr>
              <a:xfrm>
                <a:off x="5564160" y="80676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8" name="Google Shape;1556;p40"/>
              <p:cNvSpPr/>
              <p:nvPr/>
            </p:nvSpPr>
            <p:spPr>
              <a:xfrm>
                <a:off x="5564160" y="876240"/>
                <a:ext cx="1224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9" name="Google Shape;1557;p40"/>
              <p:cNvSpPr/>
              <p:nvPr/>
            </p:nvSpPr>
            <p:spPr>
              <a:xfrm>
                <a:off x="5564160" y="94428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0" name="Google Shape;1558;p40"/>
              <p:cNvSpPr/>
              <p:nvPr/>
            </p:nvSpPr>
            <p:spPr>
              <a:xfrm>
                <a:off x="5564160" y="73548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1" name="Google Shape;1559;p40"/>
              <p:cNvSpPr/>
              <p:nvPr/>
            </p:nvSpPr>
            <p:spPr>
              <a:xfrm>
                <a:off x="5564160" y="66528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5777BB-67DD-99F3-36F1-3A58FA2C9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177997"/>
              </p:ext>
            </p:extLst>
          </p:nvPr>
        </p:nvGraphicFramePr>
        <p:xfrm>
          <a:off x="275063" y="795454"/>
          <a:ext cx="8608746" cy="407962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34791">
                  <a:extLst>
                    <a:ext uri="{9D8B030D-6E8A-4147-A177-3AD203B41FA5}">
                      <a16:colId xmlns:a16="http://schemas.microsoft.com/office/drawing/2014/main" val="2918951935"/>
                    </a:ext>
                  </a:extLst>
                </a:gridCol>
                <a:gridCol w="1434791">
                  <a:extLst>
                    <a:ext uri="{9D8B030D-6E8A-4147-A177-3AD203B41FA5}">
                      <a16:colId xmlns:a16="http://schemas.microsoft.com/office/drawing/2014/main" val="931371556"/>
                    </a:ext>
                  </a:extLst>
                </a:gridCol>
                <a:gridCol w="1434791">
                  <a:extLst>
                    <a:ext uri="{9D8B030D-6E8A-4147-A177-3AD203B41FA5}">
                      <a16:colId xmlns:a16="http://schemas.microsoft.com/office/drawing/2014/main" val="560700499"/>
                    </a:ext>
                  </a:extLst>
                </a:gridCol>
                <a:gridCol w="1434791">
                  <a:extLst>
                    <a:ext uri="{9D8B030D-6E8A-4147-A177-3AD203B41FA5}">
                      <a16:colId xmlns:a16="http://schemas.microsoft.com/office/drawing/2014/main" val="4005992052"/>
                    </a:ext>
                  </a:extLst>
                </a:gridCol>
                <a:gridCol w="1434791">
                  <a:extLst>
                    <a:ext uri="{9D8B030D-6E8A-4147-A177-3AD203B41FA5}">
                      <a16:colId xmlns:a16="http://schemas.microsoft.com/office/drawing/2014/main" val="420753615"/>
                    </a:ext>
                  </a:extLst>
                </a:gridCol>
                <a:gridCol w="1434791">
                  <a:extLst>
                    <a:ext uri="{9D8B030D-6E8A-4147-A177-3AD203B41FA5}">
                      <a16:colId xmlns:a16="http://schemas.microsoft.com/office/drawing/2014/main" val="1467147355"/>
                    </a:ext>
                  </a:extLst>
                </a:gridCol>
              </a:tblGrid>
              <a:tr h="4489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Year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Authors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Title / Research Focus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ML Technique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Key Findings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Relation to this</a:t>
                      </a:r>
                    </a:p>
                    <a:p>
                      <a:pPr>
                        <a:buNone/>
                      </a:pPr>
                      <a:r>
                        <a:rPr lang="en-IN" sz="1400" b="1" dirty="0"/>
                        <a:t>Project</a:t>
                      </a:r>
                    </a:p>
                  </a:txBody>
                  <a:tcPr marL="24714" marR="24714" marT="12357" marB="12357" anchor="ctr"/>
                </a:tc>
                <a:extLst>
                  <a:ext uri="{0D108BD9-81ED-4DB2-BD59-A6C34878D82A}">
                    <a16:rowId xmlns:a16="http://schemas.microsoft.com/office/drawing/2014/main" val="2842608830"/>
                  </a:ext>
                </a:extLst>
              </a:tr>
              <a:tr h="1209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2021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Chen </a:t>
                      </a:r>
                      <a:r>
                        <a:rPr lang="en-IN" sz="1200" b="0" dirty="0" err="1"/>
                        <a:t>el</a:t>
                      </a:r>
                      <a:endParaRPr lang="en-IN" sz="1200" b="0" dirty="0"/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Sales Forecasting using Regression Models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Linear Regression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Regression models effectively predict short-term sales trends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 integrate regression forecasting with Tableau dashboards</a:t>
                      </a:r>
                    </a:p>
                  </a:txBody>
                  <a:tcPr marL="24714" marR="24714" marT="12357" marB="12357" anchor="ctr"/>
                </a:tc>
                <a:extLst>
                  <a:ext uri="{0D108BD9-81ED-4DB2-BD59-A6C34878D82A}">
                    <a16:rowId xmlns:a16="http://schemas.microsoft.com/office/drawing/2014/main" val="773741192"/>
                  </a:ext>
                </a:extLst>
              </a:tr>
              <a:tr h="1339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2023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Kumar &amp; Singh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Customer Segmentation in Retail Analytics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K-Means Clustering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Clustering improves targeted marketing and customer retention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 combine segmentation with forecasting</a:t>
                      </a:r>
                    </a:p>
                  </a:txBody>
                  <a:tcPr marL="24714" marR="24714" marT="12357" marB="12357" anchor="ctr"/>
                </a:tc>
                <a:extLst>
                  <a:ext uri="{0D108BD9-81ED-4DB2-BD59-A6C34878D82A}">
                    <a16:rowId xmlns:a16="http://schemas.microsoft.com/office/drawing/2014/main" val="3041105407"/>
                  </a:ext>
                </a:extLst>
              </a:tr>
              <a:tr h="1079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2024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Wang &amp; Zhao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Machine Learning in Business Intelligence Systems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ML + BI Integration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ML enhances decision-making in BI systems</a:t>
                      </a:r>
                    </a:p>
                  </a:txBody>
                  <a:tcPr marL="24714" marR="24714" marT="12357" marB="123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Our project integrates AI models with Tableau</a:t>
                      </a:r>
                    </a:p>
                  </a:txBody>
                  <a:tcPr marL="24714" marR="24714" marT="12357" marB="12357" anchor="ctr"/>
                </a:tc>
                <a:extLst>
                  <a:ext uri="{0D108BD9-81ED-4DB2-BD59-A6C34878D82A}">
                    <a16:rowId xmlns:a16="http://schemas.microsoft.com/office/drawing/2014/main" val="40421211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EEE03EA-B459-CFF8-69B7-684039E1DACF}"/>
              </a:ext>
            </a:extLst>
          </p:cNvPr>
          <p:cNvSpPr txBox="1"/>
          <p:nvPr/>
        </p:nvSpPr>
        <p:spPr>
          <a:xfrm>
            <a:off x="4312920" y="411480"/>
            <a:ext cx="419100" cy="369332"/>
          </a:xfrm>
          <a:prstGeom prst="rect">
            <a:avLst/>
          </a:prstGeom>
          <a:solidFill>
            <a:srgbClr val="FFFEF4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PlaceHolder 1">
            <a:extLst>
              <a:ext uri="{FF2B5EF4-FFF2-40B4-BE49-F238E27FC236}">
                <a16:creationId xmlns:a16="http://schemas.microsoft.com/office/drawing/2014/main" id="{97EF0BEB-2629-9A4B-B480-F149DB01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006" y="268426"/>
            <a:ext cx="4891668" cy="46835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dirty="0">
                <a:solidFill>
                  <a:schemeClr val="dk1"/>
                </a:solidFill>
                <a:latin typeface="Plus Jakarta Sans ExtraBold"/>
              </a:rPr>
              <a:t>Literature Review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762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image697e6e4223547" descr="image697e6e422354b"/>
          <p:cNvPicPr/>
          <p:nvPr/>
        </p:nvPicPr>
        <p:blipFill>
          <a:blip r:embed="rId2"/>
          <a:srcRect b="4657"/>
          <a:stretch>
            <a:fillRect/>
          </a:stretch>
        </p:blipFill>
        <p:spPr>
          <a:xfrm>
            <a:off x="5412058" y="146127"/>
            <a:ext cx="3731942" cy="48512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8C0096EC-E800-E124-197F-59DCF78D1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15" y="1652172"/>
            <a:ext cx="459430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(Sales, Profit, Orders)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sales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customers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best-selling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interactive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Tableau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performance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DACB3A-0E81-13BE-3287-B242E6A1CA10}"/>
              </a:ext>
            </a:extLst>
          </p:cNvPr>
          <p:cNvSpPr txBox="1"/>
          <p:nvPr/>
        </p:nvSpPr>
        <p:spPr>
          <a:xfrm>
            <a:off x="1598341" y="706244"/>
            <a:ext cx="3813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Objectives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B8277-4F03-F4D7-CF86-8685A12B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8C00B42B-FCC6-D393-ABF5-8779E73E6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439" y="1616766"/>
            <a:ext cx="6029093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Organizations cannot: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Predict sales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Identify top customers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Recommend products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Visualize insights effectively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/>
          </a:p>
          <a:p>
            <a:r>
              <a:rPr lang="en-US" b="1" dirty="0"/>
              <a:t> Solution</a:t>
            </a:r>
          </a:p>
          <a:p>
            <a:r>
              <a:rPr lang="en-US" dirty="0"/>
              <a:t>Develop a system that:</a:t>
            </a:r>
          </a:p>
          <a:p>
            <a:r>
              <a:rPr lang="en-US" dirty="0"/>
              <a:t>Data → AI Models → Dashboard →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C7B4E-8598-1078-F3F4-A6EBE46DB747}"/>
              </a:ext>
            </a:extLst>
          </p:cNvPr>
          <p:cNvSpPr txBox="1"/>
          <p:nvPr/>
        </p:nvSpPr>
        <p:spPr>
          <a:xfrm>
            <a:off x="4408448" y="357349"/>
            <a:ext cx="53823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Problem Definition &amp; Formulation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2FF05-F48C-87A8-68FC-AC084DCCA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979" r="4979"/>
          <a:stretch>
            <a:fillRect/>
          </a:stretch>
        </p:blipFill>
        <p:spPr>
          <a:xfrm>
            <a:off x="0" y="0"/>
            <a:ext cx="3977267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A35D59-C34D-3048-E854-E096AEE438E0}"/>
              </a:ext>
            </a:extLst>
          </p:cNvPr>
          <p:cNvSpPr txBox="1"/>
          <p:nvPr/>
        </p:nvSpPr>
        <p:spPr>
          <a:xfrm>
            <a:off x="716257" y="5143500"/>
            <a:ext cx="77114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flickr.com/photos/195219893@N08/51938140465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53414422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2004;p51"/>
          <p:cNvPicPr/>
          <p:nvPr/>
        </p:nvPicPr>
        <p:blipFill>
          <a:blip r:embed="rId2"/>
          <a:srcRect l="18780" r="10135"/>
          <a:stretch/>
        </p:blipFill>
        <p:spPr>
          <a:xfrm>
            <a:off x="5276336" y="617877"/>
            <a:ext cx="3337200" cy="312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9" name="PlaceHolder 2"/>
          <p:cNvSpPr>
            <a:spLocks noGrp="1"/>
          </p:cNvSpPr>
          <p:nvPr>
            <p:ph type="body"/>
          </p:nvPr>
        </p:nvSpPr>
        <p:spPr>
          <a:xfrm>
            <a:off x="530464" y="1703046"/>
            <a:ext cx="4506337" cy="312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en-US" sz="1800" b="1" dirty="0">
                <a:latin typeface="Bahnschrift SemiBold" panose="020B0502040204020203" pitchFamily="34" charset="0"/>
              </a:rPr>
              <a:t>Algorithms:</a:t>
            </a:r>
          </a:p>
          <a:p>
            <a:endParaRPr lang="en-US" sz="18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Sales Forecasting</a:t>
            </a:r>
          </a:p>
          <a:p>
            <a:r>
              <a:rPr lang="en-US" sz="1600" dirty="0"/>
              <a:t>       </a:t>
            </a:r>
            <a:r>
              <a:rPr lang="en-US" sz="1400" dirty="0"/>
              <a:t>Linear Regression  [</a:t>
            </a:r>
            <a:r>
              <a:rPr lang="en-US" sz="1400" dirty="0">
                <a:latin typeface="Eras Light ITC" panose="020B0402030504020804" pitchFamily="34" charset="0"/>
              </a:rPr>
              <a:t>Predicts next month sales]</a:t>
            </a:r>
          </a:p>
          <a:p>
            <a:endParaRPr lang="en-US" sz="1600" dirty="0">
              <a:latin typeface="Eras Light ITC" panose="020B04020305040208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Customer Segmentation</a:t>
            </a:r>
          </a:p>
          <a:p>
            <a:r>
              <a:rPr lang="en-US" sz="1400" dirty="0"/>
              <a:t>        K-Means Clustering</a:t>
            </a:r>
            <a:r>
              <a:rPr lang="en-US" sz="1600" dirty="0"/>
              <a:t> [</a:t>
            </a:r>
            <a:r>
              <a:rPr lang="en-US" sz="1400" dirty="0">
                <a:latin typeface="Eras Light ITC" panose="020B0402030504020804" pitchFamily="34" charset="0"/>
              </a:rPr>
              <a:t>Groups customers]</a:t>
            </a:r>
          </a:p>
          <a:p>
            <a:endParaRPr lang="en-US" sz="1600" dirty="0">
              <a:latin typeface="Eras Light ITC" panose="020B04020305040208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Recommendation</a:t>
            </a:r>
          </a:p>
          <a:p>
            <a:r>
              <a:rPr lang="en-US" sz="1400" dirty="0"/>
              <a:t>       Top-product analysis [</a:t>
            </a:r>
            <a:r>
              <a:rPr lang="en-US" sz="1400" dirty="0">
                <a:latin typeface="Eras Light ITC" panose="020B0402030504020804" pitchFamily="34" charset="0"/>
              </a:rPr>
              <a:t>Suggests best-selling product]</a:t>
            </a:r>
          </a:p>
        </p:txBody>
      </p:sp>
      <p:sp>
        <p:nvSpPr>
          <p:cNvPr id="1428" name="PlaceHolder 1"/>
          <p:cNvSpPr>
            <a:spLocks noGrp="1"/>
          </p:cNvSpPr>
          <p:nvPr>
            <p:ph type="title"/>
          </p:nvPr>
        </p:nvSpPr>
        <p:spPr>
          <a:xfrm>
            <a:off x="1071000" y="178702"/>
            <a:ext cx="365724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Plus Jakarta Sans ExtraBold"/>
                <a:ea typeface="Plus Jakarta Sans ExtraBold"/>
              </a:rPr>
              <a:t>Machine Learning Models for Prediction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430" name="Google Shape;2007;p51"/>
          <p:cNvGrpSpPr/>
          <p:nvPr/>
        </p:nvGrpSpPr>
        <p:grpSpPr>
          <a:xfrm>
            <a:off x="954360" y="947880"/>
            <a:ext cx="187920" cy="188640"/>
            <a:chOff x="954360" y="947880"/>
            <a:chExt cx="187920" cy="188640"/>
          </a:xfrm>
        </p:grpSpPr>
        <p:sp>
          <p:nvSpPr>
            <p:cNvPr id="1431" name="Google Shape;2008;p51"/>
            <p:cNvSpPr/>
            <p:nvPr/>
          </p:nvSpPr>
          <p:spPr>
            <a:xfrm>
              <a:off x="1024560" y="1036440"/>
              <a:ext cx="4896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2" name="Google Shape;2009;p51"/>
            <p:cNvSpPr/>
            <p:nvPr/>
          </p:nvSpPr>
          <p:spPr>
            <a:xfrm>
              <a:off x="1093320" y="1036440"/>
              <a:ext cx="4896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3" name="Google Shape;2010;p51"/>
            <p:cNvSpPr/>
            <p:nvPr/>
          </p:nvSpPr>
          <p:spPr>
            <a:xfrm>
              <a:off x="954360" y="1036440"/>
              <a:ext cx="4932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4" name="Google Shape;2011;p51"/>
            <p:cNvSpPr/>
            <p:nvPr/>
          </p:nvSpPr>
          <p:spPr>
            <a:xfrm>
              <a:off x="1041480" y="1019160"/>
              <a:ext cx="12600" cy="493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5" name="Google Shape;2012;p51"/>
            <p:cNvSpPr/>
            <p:nvPr/>
          </p:nvSpPr>
          <p:spPr>
            <a:xfrm>
              <a:off x="1041480" y="1088640"/>
              <a:ext cx="12600" cy="478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6" name="Google Shape;2013;p51"/>
            <p:cNvSpPr/>
            <p:nvPr/>
          </p:nvSpPr>
          <p:spPr>
            <a:xfrm>
              <a:off x="1041480" y="947880"/>
              <a:ext cx="12600" cy="493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D66863-7595-BA87-BC95-031BFBB851F0}"/>
              </a:ext>
            </a:extLst>
          </p:cNvPr>
          <p:cNvSpPr txBox="1"/>
          <p:nvPr/>
        </p:nvSpPr>
        <p:spPr>
          <a:xfrm>
            <a:off x="920240" y="880456"/>
            <a:ext cx="242479" cy="376048"/>
          </a:xfrm>
          <a:prstGeom prst="rect">
            <a:avLst/>
          </a:prstGeom>
          <a:solidFill>
            <a:srgbClr val="FFFEF4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Rectangle 1439"/>
          <p:cNvSpPr/>
          <p:nvPr/>
        </p:nvSpPr>
        <p:spPr>
          <a:xfrm>
            <a:off x="5018544" y="185742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Plus Jakarta Sans ExtraBold"/>
              </a:rPr>
              <a:t>Dashboards using </a:t>
            </a:r>
            <a:r>
              <a:rPr lang="en-US" sz="4000" b="1" dirty="0">
                <a:solidFill>
                  <a:schemeClr val="dk1"/>
                </a:solidFill>
                <a:latin typeface="Plus Jakarta Sans ExtraBold"/>
              </a:rPr>
              <a:t>Tableau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441" name="image697e6e42387da" descr="image697e6e42387de"/>
          <p:cNvPicPr/>
          <p:nvPr/>
        </p:nvPicPr>
        <p:blipFill>
          <a:blip r:embed="rId2"/>
          <a:stretch/>
        </p:blipFill>
        <p:spPr>
          <a:xfrm>
            <a:off x="-52039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Rectangle 1441"/>
          <p:cNvSpPr/>
          <p:nvPr/>
        </p:nvSpPr>
        <p:spPr>
          <a:xfrm>
            <a:off x="5055714" y="483714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Plus Jakarta Sans ExtraBold"/>
              </a:rPr>
              <a:t>Data Visualization with Tableau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43" name="Rectangle 1442"/>
          <p:cNvSpPr/>
          <p:nvPr/>
        </p:nvSpPr>
        <p:spPr>
          <a:xfrm>
            <a:off x="5048280" y="1644925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Tableau makes your data look good and easy to understand. It creates interactive dashboards that help you spot trends and track sales metrics in a flash. Being able to see the data visually makes decision-making faster and more intuitive for everyone.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444" name="image697e6e424b475" descr="image697e6e424b479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317B6F-3F56-83D9-983F-AC353AF2B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6" b="11817"/>
          <a:stretch>
            <a:fillRect/>
          </a:stretch>
        </p:blipFill>
        <p:spPr>
          <a:xfrm>
            <a:off x="1044667" y="1146149"/>
            <a:ext cx="7184934" cy="31686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D54979-C4EA-ED74-9777-5F02ABA5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215" y="266540"/>
            <a:ext cx="5851785" cy="67996"/>
          </a:xfrm>
        </p:spPr>
        <p:txBody>
          <a:bodyPr/>
          <a:lstStyle/>
          <a:p>
            <a:r>
              <a:rPr lang="en-US" sz="4000" b="1" dirty="0"/>
              <a:t>Flowchart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08004075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9" name="Google Shape;2004;p51"/>
          <p:cNvPicPr/>
          <p:nvPr/>
        </p:nvPicPr>
        <p:blipFill>
          <a:blip r:embed="rId2"/>
          <a:srcRect l="18780" r="10135"/>
          <a:stretch/>
        </p:blipFill>
        <p:spPr>
          <a:xfrm>
            <a:off x="5185484" y="788863"/>
            <a:ext cx="3337200" cy="312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1" name="PlaceHolder 2"/>
          <p:cNvSpPr>
            <a:spLocks noGrp="1"/>
          </p:cNvSpPr>
          <p:nvPr>
            <p:ph type="body"/>
          </p:nvPr>
        </p:nvSpPr>
        <p:spPr>
          <a:xfrm>
            <a:off x="341971" y="1865520"/>
            <a:ext cx="4774990" cy="273884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Using AI and smart dashboards together makes sales forecasting a lot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easier and more accurate.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Python handles the heavy lifting behind the scenes, while Tableau helps your team see and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understand data clearly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. Together, these tools help businesses stay ahead and make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smarter, faster decisions.</a:t>
            </a:r>
            <a:endParaRPr lang="en-US" sz="16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1300882" y="219420"/>
            <a:ext cx="365724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Plus Jakarta Sans ExtraBold"/>
                <a:ea typeface="Plus Jakarta Sans ExtraBold"/>
              </a:rPr>
              <a:t>Conclusions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452" name="Google Shape;2007;p51"/>
          <p:cNvGrpSpPr/>
          <p:nvPr/>
        </p:nvGrpSpPr>
        <p:grpSpPr>
          <a:xfrm>
            <a:off x="954360" y="947880"/>
            <a:ext cx="187920" cy="188640"/>
            <a:chOff x="954360" y="947880"/>
            <a:chExt cx="187920" cy="188640"/>
          </a:xfrm>
        </p:grpSpPr>
        <p:sp>
          <p:nvSpPr>
            <p:cNvPr id="1453" name="Google Shape;2008;p51"/>
            <p:cNvSpPr/>
            <p:nvPr/>
          </p:nvSpPr>
          <p:spPr>
            <a:xfrm>
              <a:off x="1024560" y="1036440"/>
              <a:ext cx="4896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4" name="Google Shape;2009;p51"/>
            <p:cNvSpPr/>
            <p:nvPr/>
          </p:nvSpPr>
          <p:spPr>
            <a:xfrm>
              <a:off x="1093320" y="1036440"/>
              <a:ext cx="4896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5" name="Google Shape;2010;p51"/>
            <p:cNvSpPr/>
            <p:nvPr/>
          </p:nvSpPr>
          <p:spPr>
            <a:xfrm>
              <a:off x="954360" y="1036440"/>
              <a:ext cx="49320" cy="12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6" name="Google Shape;2011;p51"/>
            <p:cNvSpPr/>
            <p:nvPr/>
          </p:nvSpPr>
          <p:spPr>
            <a:xfrm>
              <a:off x="1041480" y="1019160"/>
              <a:ext cx="12600" cy="493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7" name="Google Shape;2012;p51"/>
            <p:cNvSpPr/>
            <p:nvPr/>
          </p:nvSpPr>
          <p:spPr>
            <a:xfrm>
              <a:off x="1041480" y="1088640"/>
              <a:ext cx="12600" cy="478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8" name="Google Shape;2013;p51"/>
            <p:cNvSpPr/>
            <p:nvPr/>
          </p:nvSpPr>
          <p:spPr>
            <a:xfrm>
              <a:off x="1041480" y="947880"/>
              <a:ext cx="12600" cy="493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2"/>
          <p:cNvSpPr>
            <a:spLocks noGrp="1"/>
          </p:cNvSpPr>
          <p:nvPr>
            <p:ph type="title"/>
          </p:nvPr>
        </p:nvSpPr>
        <p:spPr>
          <a:xfrm>
            <a:off x="384480" y="1654682"/>
            <a:ext cx="4105080" cy="17235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0" u="none" strike="noStrike" dirty="0">
                <a:solidFill>
                  <a:schemeClr val="dk1"/>
                </a:solidFill>
                <a:effectLst/>
                <a:uFillTx/>
                <a:latin typeface="Poppins ExtraBold"/>
                <a:ea typeface="Poppins ExtraBold"/>
              </a:rPr>
              <a:t>Thank</a:t>
            </a:r>
            <a:br>
              <a:rPr lang="en" sz="5000" b="0" u="none" strike="noStrike" dirty="0">
                <a:solidFill>
                  <a:schemeClr val="dk1"/>
                </a:solidFill>
                <a:effectLst/>
                <a:uFillTx/>
                <a:latin typeface="Poppins ExtraBold"/>
                <a:ea typeface="Poppins ExtraBold"/>
              </a:rPr>
            </a:br>
            <a:r>
              <a:rPr lang="en" sz="5000" b="0" u="none" strike="noStrike" dirty="0">
                <a:solidFill>
                  <a:schemeClr val="dk1"/>
                </a:solidFill>
                <a:effectLst/>
                <a:uFillTx/>
                <a:latin typeface="Poppins ExtraBold"/>
                <a:ea typeface="Poppins ExtraBold"/>
              </a:rPr>
              <a:t>You..!</a:t>
            </a:r>
            <a:endParaRPr lang="fr-FR" sz="5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473" name="Google Shape;2780;p72"/>
          <p:cNvGrpSpPr/>
          <p:nvPr/>
        </p:nvGrpSpPr>
        <p:grpSpPr>
          <a:xfrm>
            <a:off x="4463280" y="649981"/>
            <a:ext cx="4057200" cy="3974400"/>
            <a:chOff x="4608000" y="564120"/>
            <a:chExt cx="4057200" cy="3974400"/>
          </a:xfrm>
        </p:grpSpPr>
        <p:grpSp>
          <p:nvGrpSpPr>
            <p:cNvPr id="1474" name="Google Shape;2781;p72"/>
            <p:cNvGrpSpPr/>
            <p:nvPr/>
          </p:nvGrpSpPr>
          <p:grpSpPr>
            <a:xfrm>
              <a:off x="4864680" y="677520"/>
              <a:ext cx="3468600" cy="3616560"/>
              <a:chOff x="4864680" y="677520"/>
              <a:chExt cx="3468600" cy="3616560"/>
            </a:xfrm>
          </p:grpSpPr>
          <p:sp>
            <p:nvSpPr>
              <p:cNvPr id="1475" name="Google Shape;2782;p72"/>
              <p:cNvSpPr/>
              <p:nvPr/>
            </p:nvSpPr>
            <p:spPr>
              <a:xfrm flipH="1">
                <a:off x="6313680" y="677520"/>
                <a:ext cx="2019240" cy="3616560"/>
              </a:xfrm>
              <a:custGeom>
                <a:avLst/>
                <a:gdLst>
                  <a:gd name="textAreaLeft" fmla="*/ -360 w 2019240"/>
                  <a:gd name="textAreaRight" fmla="*/ 2019240 w 2019240"/>
                  <a:gd name="textAreaTop" fmla="*/ 0 h 3616560"/>
                  <a:gd name="textAreaBottom" fmla="*/ 3616920 h 3616560"/>
                </a:gdLst>
                <a:ahLst/>
                <a:cxnLst/>
                <a:rect l="textAreaLeft" t="textAreaTop" r="textAreaRight" b="textAreaBottom"/>
                <a:pathLst>
                  <a:path w="636" h="1040">
                    <a:moveTo>
                      <a:pt x="636" y="1040"/>
                    </a:moveTo>
                    <a:cubicBezTo>
                      <a:pt x="52" y="1040"/>
                      <a:pt x="52" y="1040"/>
                      <a:pt x="52" y="1040"/>
                    </a:cubicBezTo>
                    <a:cubicBezTo>
                      <a:pt x="23" y="1040"/>
                      <a:pt x="0" y="1017"/>
                      <a:pt x="0" y="988"/>
                    </a:cubicBezTo>
                    <a:cubicBezTo>
                      <a:pt x="0" y="319"/>
                      <a:pt x="0" y="319"/>
                      <a:pt x="0" y="319"/>
                    </a:cubicBezTo>
                    <a:cubicBezTo>
                      <a:pt x="0" y="143"/>
                      <a:pt x="142" y="0"/>
                      <a:pt x="318" y="0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494" y="0"/>
                      <a:pt x="636" y="143"/>
                      <a:pt x="636" y="319"/>
                    </a:cubicBezTo>
                    <a:lnTo>
                      <a:pt x="636" y="104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6" name="Google Shape;2783;p72"/>
              <p:cNvSpPr/>
              <p:nvPr/>
            </p:nvSpPr>
            <p:spPr>
              <a:xfrm flipH="1">
                <a:off x="4864320" y="1056240"/>
                <a:ext cx="2024280" cy="3237480"/>
              </a:xfrm>
              <a:custGeom>
                <a:avLst/>
                <a:gdLst>
                  <a:gd name="textAreaLeft" fmla="*/ -360 w 2024280"/>
                  <a:gd name="textAreaRight" fmla="*/ 2024280 w 2024280"/>
                  <a:gd name="textAreaTop" fmla="*/ 0 h 3237480"/>
                  <a:gd name="textAreaBottom" fmla="*/ 3237840 h 3237480"/>
                </a:gdLst>
                <a:ahLst/>
                <a:cxnLst/>
                <a:rect l="textAreaLeft" t="textAreaTop" r="textAreaRight" b="textAreaBottom"/>
                <a:pathLst>
                  <a:path w="637" h="931">
                    <a:moveTo>
                      <a:pt x="584" y="931"/>
                    </a:moveTo>
                    <a:cubicBezTo>
                      <a:pt x="0" y="931"/>
                      <a:pt x="0" y="931"/>
                      <a:pt x="0" y="931"/>
                    </a:cubicBezTo>
                    <a:cubicBezTo>
                      <a:pt x="0" y="319"/>
                      <a:pt x="0" y="319"/>
                      <a:pt x="0" y="319"/>
                    </a:cubicBezTo>
                    <a:cubicBezTo>
                      <a:pt x="0" y="143"/>
                      <a:pt x="142" y="0"/>
                      <a:pt x="318" y="0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494" y="0"/>
                      <a:pt x="637" y="143"/>
                      <a:pt x="637" y="319"/>
                    </a:cubicBezTo>
                    <a:cubicBezTo>
                      <a:pt x="637" y="879"/>
                      <a:pt x="637" y="879"/>
                      <a:pt x="637" y="879"/>
                    </a:cubicBezTo>
                    <a:cubicBezTo>
                      <a:pt x="637" y="907"/>
                      <a:pt x="613" y="931"/>
                      <a:pt x="584" y="9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77" name="Google Shape;2784;p72"/>
            <p:cNvGrpSpPr/>
            <p:nvPr/>
          </p:nvGrpSpPr>
          <p:grpSpPr>
            <a:xfrm>
              <a:off x="5230800" y="1504080"/>
              <a:ext cx="2327760" cy="1769760"/>
              <a:chOff x="5230800" y="1504080"/>
              <a:chExt cx="2327760" cy="1769760"/>
            </a:xfrm>
          </p:grpSpPr>
          <p:sp>
            <p:nvSpPr>
              <p:cNvPr id="1478" name="Google Shape;2785;p72"/>
              <p:cNvSpPr/>
              <p:nvPr/>
            </p:nvSpPr>
            <p:spPr>
              <a:xfrm>
                <a:off x="5230800" y="1504080"/>
                <a:ext cx="2327760" cy="176976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9" name="Google Shape;2786;p72"/>
              <p:cNvSpPr/>
              <p:nvPr/>
            </p:nvSpPr>
            <p:spPr>
              <a:xfrm>
                <a:off x="7196760" y="1504080"/>
                <a:ext cx="361800" cy="176976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0" name="Google Shape;2787;p72"/>
              <p:cNvSpPr/>
              <p:nvPr/>
            </p:nvSpPr>
            <p:spPr>
              <a:xfrm>
                <a:off x="5230800" y="1504080"/>
                <a:ext cx="2327760" cy="15408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1" name="Google Shape;2788;p72"/>
              <p:cNvSpPr/>
              <p:nvPr/>
            </p:nvSpPr>
            <p:spPr>
              <a:xfrm>
                <a:off x="5327640" y="1557000"/>
                <a:ext cx="47520" cy="47520"/>
              </a:xfrm>
              <a:custGeom>
                <a:avLst/>
                <a:gdLst>
                  <a:gd name="textAreaLeft" fmla="*/ 0 w 47520"/>
                  <a:gd name="textAreaRight" fmla="*/ 47880 w 47520"/>
                  <a:gd name="textAreaTop" fmla="*/ 0 h 47520"/>
                  <a:gd name="textAreaBottom" fmla="*/ 47880 h 47520"/>
                </a:gdLst>
                <a:ahLst/>
                <a:cxnLst/>
                <a:rect l="textAreaLeft" t="textAreaTop" r="textAreaRight" b="textAreaBottom"/>
                <a:pathLst>
                  <a:path w="19" h="19">
                    <a:moveTo>
                      <a:pt x="17" y="10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3"/>
                      <a:pt x="12" y="15"/>
                      <a:pt x="9" y="15"/>
                    </a:cubicBezTo>
                    <a:cubicBezTo>
                      <a:pt x="6" y="15"/>
                      <a:pt x="4" y="13"/>
                      <a:pt x="4" y="10"/>
                    </a:cubicBezTo>
                    <a:cubicBezTo>
                      <a:pt x="4" y="7"/>
                      <a:pt x="6" y="4"/>
                      <a:pt x="9" y="4"/>
                    </a:cubicBezTo>
                    <a:cubicBezTo>
                      <a:pt x="12" y="4"/>
                      <a:pt x="15" y="7"/>
                      <a:pt x="15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19"/>
                      <a:pt x="9" y="19"/>
                    </a:cubicBezTo>
                    <a:cubicBezTo>
                      <a:pt x="15" y="19"/>
                      <a:pt x="19" y="15"/>
                      <a:pt x="19" y="1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2" name="Google Shape;2789;p72"/>
              <p:cNvSpPr/>
              <p:nvPr/>
            </p:nvSpPr>
            <p:spPr>
              <a:xfrm>
                <a:off x="5424120" y="1557000"/>
                <a:ext cx="47520" cy="47520"/>
              </a:xfrm>
              <a:custGeom>
                <a:avLst/>
                <a:gdLst>
                  <a:gd name="textAreaLeft" fmla="*/ 0 w 47520"/>
                  <a:gd name="textAreaRight" fmla="*/ 47880 w 47520"/>
                  <a:gd name="textAreaTop" fmla="*/ 0 h 47520"/>
                  <a:gd name="textAreaBottom" fmla="*/ 47880 h 47520"/>
                </a:gdLst>
                <a:ahLst/>
                <a:cxnLst/>
                <a:rect l="textAreaLeft" t="textAreaTop" r="textAreaRight" b="textAreaBottom"/>
                <a:pathLst>
                  <a:path w="19" h="19">
                    <a:moveTo>
                      <a:pt x="17" y="10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3"/>
                      <a:pt x="13" y="15"/>
                      <a:pt x="10" y="15"/>
                    </a:cubicBezTo>
                    <a:cubicBezTo>
                      <a:pt x="7" y="15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5" y="7"/>
                      <a:pt x="15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15"/>
                      <a:pt x="5" y="19"/>
                      <a:pt x="10" y="19"/>
                    </a:cubicBezTo>
                    <a:cubicBezTo>
                      <a:pt x="15" y="19"/>
                      <a:pt x="19" y="15"/>
                      <a:pt x="19" y="1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3" name="Google Shape;2790;p72"/>
              <p:cNvSpPr/>
              <p:nvPr/>
            </p:nvSpPr>
            <p:spPr>
              <a:xfrm>
                <a:off x="5529240" y="1557000"/>
                <a:ext cx="47520" cy="47520"/>
              </a:xfrm>
              <a:custGeom>
                <a:avLst/>
                <a:gdLst>
                  <a:gd name="textAreaLeft" fmla="*/ 0 w 47520"/>
                  <a:gd name="textAreaRight" fmla="*/ 47880 w 47520"/>
                  <a:gd name="textAreaTop" fmla="*/ 0 h 47520"/>
                  <a:gd name="textAreaBottom" fmla="*/ 47880 h 47520"/>
                </a:gdLst>
                <a:ahLst/>
                <a:cxnLst/>
                <a:rect l="textAreaLeft" t="textAreaTop" r="textAreaRight" b="textAreaBottom"/>
                <a:pathLst>
                  <a:path w="19" h="19">
                    <a:moveTo>
                      <a:pt x="17" y="10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3"/>
                      <a:pt x="12" y="15"/>
                      <a:pt x="9" y="15"/>
                    </a:cubicBezTo>
                    <a:cubicBezTo>
                      <a:pt x="6" y="15"/>
                      <a:pt x="4" y="13"/>
                      <a:pt x="4" y="10"/>
                    </a:cubicBezTo>
                    <a:cubicBezTo>
                      <a:pt x="4" y="7"/>
                      <a:pt x="6" y="4"/>
                      <a:pt x="9" y="4"/>
                    </a:cubicBezTo>
                    <a:cubicBezTo>
                      <a:pt x="12" y="4"/>
                      <a:pt x="15" y="7"/>
                      <a:pt x="15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4"/>
                      <a:pt x="14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19"/>
                      <a:pt x="9" y="19"/>
                    </a:cubicBezTo>
                    <a:cubicBezTo>
                      <a:pt x="14" y="19"/>
                      <a:pt x="19" y="15"/>
                      <a:pt x="19" y="1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4" name="Google Shape;2791;p72"/>
              <p:cNvSpPr/>
              <p:nvPr/>
            </p:nvSpPr>
            <p:spPr>
              <a:xfrm>
                <a:off x="5721480" y="1564920"/>
                <a:ext cx="324000" cy="32040"/>
              </a:xfrm>
              <a:custGeom>
                <a:avLst/>
                <a:gdLst>
                  <a:gd name="textAreaLeft" fmla="*/ 0 w 324000"/>
                  <a:gd name="textAreaRight" fmla="*/ 324360 w 324000"/>
                  <a:gd name="textAreaTop" fmla="*/ 0 h 32040"/>
                  <a:gd name="textAreaBottom" fmla="*/ 32400 h 32040"/>
                </a:gdLst>
                <a:ahLst/>
                <a:cxnLst/>
                <a:rect l="textAreaLeft" t="textAreaTop" r="textAreaRight" b="textAreaBottom"/>
                <a:pathLst>
                  <a:path w="129" h="13">
                    <a:moveTo>
                      <a:pt x="123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2" y="13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6" y="0"/>
                      <a:pt x="129" y="3"/>
                      <a:pt x="129" y="7"/>
                    </a:cubicBezTo>
                    <a:cubicBezTo>
                      <a:pt x="129" y="10"/>
                      <a:pt x="126" y="13"/>
                      <a:pt x="123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200" bIns="16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5" name="Google Shape;2792;p72"/>
              <p:cNvSpPr/>
              <p:nvPr/>
            </p:nvSpPr>
            <p:spPr>
              <a:xfrm>
                <a:off x="6135120" y="1564920"/>
                <a:ext cx="326520" cy="32040"/>
              </a:xfrm>
              <a:custGeom>
                <a:avLst/>
                <a:gdLst>
                  <a:gd name="textAreaLeft" fmla="*/ 0 w 326520"/>
                  <a:gd name="textAreaRight" fmla="*/ 326880 w 326520"/>
                  <a:gd name="textAreaTop" fmla="*/ 0 h 32040"/>
                  <a:gd name="textAreaBottom" fmla="*/ 32400 h 32040"/>
                </a:gdLst>
                <a:ahLst/>
                <a:cxnLst/>
                <a:rect l="textAreaLeft" t="textAreaTop" r="textAreaRight" b="textAreaBottom"/>
                <a:pathLst>
                  <a:path w="130" h="13">
                    <a:moveTo>
                      <a:pt x="124" y="13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27" y="0"/>
                      <a:pt x="130" y="3"/>
                      <a:pt x="130" y="7"/>
                    </a:cubicBezTo>
                    <a:cubicBezTo>
                      <a:pt x="130" y="10"/>
                      <a:pt x="127" y="13"/>
                      <a:pt x="124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200" bIns="16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6" name="Google Shape;2793;p72"/>
              <p:cNvSpPr/>
              <p:nvPr/>
            </p:nvSpPr>
            <p:spPr>
              <a:xfrm>
                <a:off x="6553080" y="1564920"/>
                <a:ext cx="326520" cy="32040"/>
              </a:xfrm>
              <a:custGeom>
                <a:avLst/>
                <a:gdLst>
                  <a:gd name="textAreaLeft" fmla="*/ 0 w 326520"/>
                  <a:gd name="textAreaRight" fmla="*/ 326880 w 326520"/>
                  <a:gd name="textAreaTop" fmla="*/ 0 h 32040"/>
                  <a:gd name="textAreaBottom" fmla="*/ 32400 h 32040"/>
                </a:gdLst>
                <a:ahLst/>
                <a:cxnLst/>
                <a:rect l="textAreaLeft" t="textAreaTop" r="textAreaRight" b="textAreaBottom"/>
                <a:pathLst>
                  <a:path w="130" h="13">
                    <a:moveTo>
                      <a:pt x="123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7" y="0"/>
                      <a:pt x="130" y="3"/>
                      <a:pt x="130" y="7"/>
                    </a:cubicBezTo>
                    <a:cubicBezTo>
                      <a:pt x="130" y="10"/>
                      <a:pt x="127" y="13"/>
                      <a:pt x="123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200" bIns="16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7" name="Google Shape;2794;p72"/>
              <p:cNvSpPr/>
              <p:nvPr/>
            </p:nvSpPr>
            <p:spPr>
              <a:xfrm>
                <a:off x="6968520" y="1564920"/>
                <a:ext cx="326520" cy="32040"/>
              </a:xfrm>
              <a:custGeom>
                <a:avLst/>
                <a:gdLst>
                  <a:gd name="textAreaLeft" fmla="*/ 0 w 326520"/>
                  <a:gd name="textAreaRight" fmla="*/ 326880 w 326520"/>
                  <a:gd name="textAreaTop" fmla="*/ 0 h 32040"/>
                  <a:gd name="textAreaBottom" fmla="*/ 32400 h 32040"/>
                </a:gdLst>
                <a:ahLst/>
                <a:cxnLst/>
                <a:rect l="textAreaLeft" t="textAreaTop" r="textAreaRight" b="textAreaBottom"/>
                <a:pathLst>
                  <a:path w="130" h="13">
                    <a:moveTo>
                      <a:pt x="124" y="13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27" y="0"/>
                      <a:pt x="130" y="3"/>
                      <a:pt x="130" y="7"/>
                    </a:cubicBezTo>
                    <a:cubicBezTo>
                      <a:pt x="130" y="10"/>
                      <a:pt x="127" y="13"/>
                      <a:pt x="124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200" bIns="16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488" name="Google Shape;2795;p72"/>
            <p:cNvSpPr/>
            <p:nvPr/>
          </p:nvSpPr>
          <p:spPr>
            <a:xfrm>
              <a:off x="5385960" y="1755720"/>
              <a:ext cx="1668600" cy="933480"/>
            </a:xfrm>
            <a:prstGeom prst="rect">
              <a:avLst/>
            </a:prstGeom>
            <a:solidFill>
              <a:srgbClr val="B5B5B5">
                <a:alpha val="34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9" name="Google Shape;2796;p72"/>
            <p:cNvSpPr/>
            <p:nvPr/>
          </p:nvSpPr>
          <p:spPr>
            <a:xfrm>
              <a:off x="5972400" y="3660120"/>
              <a:ext cx="1945800" cy="501120"/>
            </a:xfrm>
            <a:custGeom>
              <a:avLst/>
              <a:gdLst>
                <a:gd name="textAreaLeft" fmla="*/ 0 w 1945800"/>
                <a:gd name="textAreaRight" fmla="*/ 1946160 w 1945800"/>
                <a:gd name="textAreaTop" fmla="*/ 0 h 501120"/>
                <a:gd name="textAreaBottom" fmla="*/ 501480 h 501120"/>
              </a:gdLst>
              <a:ahLst/>
              <a:cxnLst/>
              <a:rect l="textAreaLeft" t="textAreaTop" r="textAreaRight" b="textAreaBottom"/>
              <a:pathLst>
                <a:path w="961" h="248">
                  <a:moveTo>
                    <a:pt x="961" y="248"/>
                  </a:moveTo>
                  <a:cubicBezTo>
                    <a:pt x="904" y="105"/>
                    <a:pt x="711" y="0"/>
                    <a:pt x="480" y="0"/>
                  </a:cubicBezTo>
                  <a:cubicBezTo>
                    <a:pt x="250" y="0"/>
                    <a:pt x="56" y="105"/>
                    <a:pt x="0" y="248"/>
                  </a:cubicBezTo>
                  <a:lnTo>
                    <a:pt x="961" y="24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0" name="Google Shape;2797;p72"/>
            <p:cNvSpPr/>
            <p:nvPr/>
          </p:nvSpPr>
          <p:spPr>
            <a:xfrm>
              <a:off x="4960800" y="3303720"/>
              <a:ext cx="1252080" cy="861480"/>
            </a:xfrm>
            <a:custGeom>
              <a:avLst/>
              <a:gdLst>
                <a:gd name="textAreaLeft" fmla="*/ 0 w 1252080"/>
                <a:gd name="textAreaRight" fmla="*/ 1252440 w 1252080"/>
                <a:gd name="textAreaTop" fmla="*/ 0 h 861480"/>
                <a:gd name="textAreaBottom" fmla="*/ 861840 h 861480"/>
              </a:gdLst>
              <a:ahLst/>
              <a:cxnLst/>
              <a:rect l="textAreaLeft" t="textAreaTop" r="textAreaRight" b="textAreaBottom"/>
              <a:pathLst>
                <a:path w="618" h="426">
                  <a:moveTo>
                    <a:pt x="598" y="426"/>
                  </a:moveTo>
                  <a:cubicBezTo>
                    <a:pt x="605" y="396"/>
                    <a:pt x="618" y="332"/>
                    <a:pt x="599" y="289"/>
                  </a:cubicBezTo>
                  <a:cubicBezTo>
                    <a:pt x="572" y="232"/>
                    <a:pt x="552" y="244"/>
                    <a:pt x="558" y="156"/>
                  </a:cubicBezTo>
                  <a:cubicBezTo>
                    <a:pt x="560" y="114"/>
                    <a:pt x="547" y="16"/>
                    <a:pt x="475" y="7"/>
                  </a:cubicBezTo>
                  <a:cubicBezTo>
                    <a:pt x="411" y="0"/>
                    <a:pt x="371" y="70"/>
                    <a:pt x="337" y="124"/>
                  </a:cubicBezTo>
                  <a:cubicBezTo>
                    <a:pt x="303" y="178"/>
                    <a:pt x="261" y="139"/>
                    <a:pt x="234" y="215"/>
                  </a:cubicBezTo>
                  <a:cubicBezTo>
                    <a:pt x="207" y="292"/>
                    <a:pt x="163" y="315"/>
                    <a:pt x="124" y="323"/>
                  </a:cubicBezTo>
                  <a:cubicBezTo>
                    <a:pt x="38" y="340"/>
                    <a:pt x="12" y="363"/>
                    <a:pt x="0" y="426"/>
                  </a:cubicBezTo>
                  <a:lnTo>
                    <a:pt x="598" y="42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91" name="Google Shape;2798;p72"/>
            <p:cNvGrpSpPr/>
            <p:nvPr/>
          </p:nvGrpSpPr>
          <p:grpSpPr>
            <a:xfrm>
              <a:off x="4608000" y="1282680"/>
              <a:ext cx="188280" cy="188640"/>
              <a:chOff x="4608000" y="1282680"/>
              <a:chExt cx="188280" cy="188640"/>
            </a:xfrm>
          </p:grpSpPr>
          <p:sp>
            <p:nvSpPr>
              <p:cNvPr id="1492" name="Google Shape;2799;p72"/>
              <p:cNvSpPr/>
              <p:nvPr/>
            </p:nvSpPr>
            <p:spPr>
              <a:xfrm>
                <a:off x="4678560" y="1371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3" name="Google Shape;2800;p72"/>
              <p:cNvSpPr/>
              <p:nvPr/>
            </p:nvSpPr>
            <p:spPr>
              <a:xfrm>
                <a:off x="4747320" y="137124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4" name="Google Shape;2801;p72"/>
              <p:cNvSpPr/>
              <p:nvPr/>
            </p:nvSpPr>
            <p:spPr>
              <a:xfrm>
                <a:off x="4608000" y="137124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5" name="Google Shape;2802;p72"/>
              <p:cNvSpPr/>
              <p:nvPr/>
            </p:nvSpPr>
            <p:spPr>
              <a:xfrm>
                <a:off x="4695480" y="135396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6" name="Google Shape;2803;p72"/>
              <p:cNvSpPr/>
              <p:nvPr/>
            </p:nvSpPr>
            <p:spPr>
              <a:xfrm>
                <a:off x="4695480" y="1423440"/>
                <a:ext cx="1260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7" name="Google Shape;2804;p72"/>
              <p:cNvSpPr/>
              <p:nvPr/>
            </p:nvSpPr>
            <p:spPr>
              <a:xfrm>
                <a:off x="4695480" y="1282680"/>
                <a:ext cx="1260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98" name="Google Shape;2805;p72"/>
            <p:cNvGrpSpPr/>
            <p:nvPr/>
          </p:nvGrpSpPr>
          <p:grpSpPr>
            <a:xfrm>
              <a:off x="5484960" y="564120"/>
              <a:ext cx="326880" cy="327960"/>
              <a:chOff x="5484960" y="564120"/>
              <a:chExt cx="326880" cy="327960"/>
            </a:xfrm>
          </p:grpSpPr>
          <p:sp>
            <p:nvSpPr>
              <p:cNvPr id="1499" name="Google Shape;2806;p72"/>
              <p:cNvSpPr/>
              <p:nvPr/>
            </p:nvSpPr>
            <p:spPr>
              <a:xfrm>
                <a:off x="5626080" y="7228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0" name="Google Shape;2807;p72"/>
              <p:cNvSpPr/>
              <p:nvPr/>
            </p:nvSpPr>
            <p:spPr>
              <a:xfrm>
                <a:off x="5694840" y="722880"/>
                <a:ext cx="4932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1" name="Google Shape;2808;p72"/>
              <p:cNvSpPr/>
              <p:nvPr/>
            </p:nvSpPr>
            <p:spPr>
              <a:xfrm>
                <a:off x="5763960" y="722880"/>
                <a:ext cx="4788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2" name="Google Shape;2809;p72"/>
              <p:cNvSpPr/>
              <p:nvPr/>
            </p:nvSpPr>
            <p:spPr>
              <a:xfrm>
                <a:off x="5555880" y="722880"/>
                <a:ext cx="4824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3" name="Google Shape;2810;p72"/>
              <p:cNvSpPr/>
              <p:nvPr/>
            </p:nvSpPr>
            <p:spPr>
              <a:xfrm>
                <a:off x="5484960" y="722880"/>
                <a:ext cx="48960" cy="1224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4" name="Google Shape;2811;p72"/>
              <p:cNvSpPr/>
              <p:nvPr/>
            </p:nvSpPr>
            <p:spPr>
              <a:xfrm>
                <a:off x="5643360" y="70560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5" name="Google Shape;2812;p72"/>
              <p:cNvSpPr/>
              <p:nvPr/>
            </p:nvSpPr>
            <p:spPr>
              <a:xfrm>
                <a:off x="5643360" y="775080"/>
                <a:ext cx="12240" cy="4788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6" name="Google Shape;2813;p72"/>
              <p:cNvSpPr/>
              <p:nvPr/>
            </p:nvSpPr>
            <p:spPr>
              <a:xfrm>
                <a:off x="5643360" y="84276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7" name="Google Shape;2814;p72"/>
              <p:cNvSpPr/>
              <p:nvPr/>
            </p:nvSpPr>
            <p:spPr>
              <a:xfrm>
                <a:off x="5643360" y="6343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8" name="Google Shape;2815;p72"/>
              <p:cNvSpPr/>
              <p:nvPr/>
            </p:nvSpPr>
            <p:spPr>
              <a:xfrm>
                <a:off x="5643360" y="564120"/>
                <a:ext cx="12240" cy="49320"/>
              </a:xfrm>
              <a:prstGeom prst="rect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09" name="Google Shape;2816;p72"/>
            <p:cNvGrpSpPr/>
            <p:nvPr/>
          </p:nvGrpSpPr>
          <p:grpSpPr>
            <a:xfrm>
              <a:off x="4748040" y="3362040"/>
              <a:ext cx="572760" cy="803520"/>
              <a:chOff x="4748040" y="3362040"/>
              <a:chExt cx="572760" cy="803520"/>
            </a:xfrm>
          </p:grpSpPr>
          <p:grpSp>
            <p:nvGrpSpPr>
              <p:cNvPr id="1510" name="Google Shape;2817;p72"/>
              <p:cNvGrpSpPr/>
              <p:nvPr/>
            </p:nvGrpSpPr>
            <p:grpSpPr>
              <a:xfrm>
                <a:off x="4748040" y="3362040"/>
                <a:ext cx="572760" cy="467280"/>
                <a:chOff x="4748040" y="3362040"/>
                <a:chExt cx="572760" cy="467280"/>
              </a:xfrm>
            </p:grpSpPr>
            <p:sp>
              <p:nvSpPr>
                <p:cNvPr id="1511" name="Google Shape;2818;p72"/>
                <p:cNvSpPr/>
                <p:nvPr/>
              </p:nvSpPr>
              <p:spPr>
                <a:xfrm>
                  <a:off x="4922640" y="3362040"/>
                  <a:ext cx="302760" cy="84600"/>
                </a:xfrm>
                <a:custGeom>
                  <a:avLst/>
                  <a:gdLst>
                    <a:gd name="textAreaLeft" fmla="*/ 0 w 302760"/>
                    <a:gd name="textAreaRight" fmla="*/ 303120 w 30276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264" h="74">
                      <a:moveTo>
                        <a:pt x="183" y="0"/>
                      </a:moveTo>
                      <a:cubicBezTo>
                        <a:pt x="73" y="0"/>
                        <a:pt x="73" y="0"/>
                        <a:pt x="73" y="0"/>
                      </a:cubicBezTo>
                      <a:cubicBezTo>
                        <a:pt x="63" y="0"/>
                        <a:pt x="53" y="5"/>
                        <a:pt x="47" y="13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264" y="74"/>
                        <a:pt x="264" y="74"/>
                        <a:pt x="264" y="74"/>
                      </a:cubicBezTo>
                      <a:cubicBezTo>
                        <a:pt x="222" y="19"/>
                        <a:pt x="222" y="19"/>
                        <a:pt x="222" y="19"/>
                      </a:cubicBezTo>
                      <a:cubicBezTo>
                        <a:pt x="213" y="7"/>
                        <a:pt x="198" y="0"/>
                        <a:pt x="1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2" name="Google Shape;2819;p72"/>
                <p:cNvSpPr/>
                <p:nvPr/>
              </p:nvSpPr>
              <p:spPr>
                <a:xfrm>
                  <a:off x="4965480" y="3362040"/>
                  <a:ext cx="260280" cy="84600"/>
                </a:xfrm>
                <a:custGeom>
                  <a:avLst/>
                  <a:gdLst>
                    <a:gd name="textAreaLeft" fmla="*/ 0 w 260280"/>
                    <a:gd name="textAreaRight" fmla="*/ 260640 w 26028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227" h="74">
                      <a:moveTo>
                        <a:pt x="154" y="0"/>
                      </a:moveTo>
                      <a:cubicBezTo>
                        <a:pt x="73" y="0"/>
                        <a:pt x="73" y="0"/>
                        <a:pt x="73" y="0"/>
                      </a:cubicBezTo>
                      <a:cubicBezTo>
                        <a:pt x="63" y="0"/>
                        <a:pt x="53" y="5"/>
                        <a:pt x="47" y="13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227" y="74"/>
                        <a:pt x="227" y="74"/>
                        <a:pt x="227" y="74"/>
                      </a:cubicBezTo>
                      <a:cubicBezTo>
                        <a:pt x="180" y="13"/>
                        <a:pt x="180" y="13"/>
                        <a:pt x="180" y="13"/>
                      </a:cubicBezTo>
                      <a:cubicBezTo>
                        <a:pt x="174" y="5"/>
                        <a:pt x="164" y="0"/>
                        <a:pt x="1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3" name="Google Shape;2820;p72"/>
                <p:cNvSpPr/>
                <p:nvPr/>
              </p:nvSpPr>
              <p:spPr>
                <a:xfrm>
                  <a:off x="4748040" y="3435480"/>
                  <a:ext cx="572760" cy="393840"/>
                </a:xfrm>
                <a:custGeom>
                  <a:avLst/>
                  <a:gdLst>
                    <a:gd name="textAreaLeft" fmla="*/ 0 w 572760"/>
                    <a:gd name="textAreaRight" fmla="*/ 573120 w 572760"/>
                    <a:gd name="textAreaTop" fmla="*/ 0 h 393840"/>
                    <a:gd name="textAreaBottom" fmla="*/ 394200 h 393840"/>
                  </a:gdLst>
                  <a:ahLst/>
                  <a:cxnLst/>
                  <a:rect l="textAreaLeft" t="textAreaTop" r="textAreaRight" b="textAreaBottom"/>
                  <a:pathLst>
                    <a:path w="499" h="343">
                      <a:moveTo>
                        <a:pt x="485" y="343"/>
                      </a:moveTo>
                      <a:cubicBezTo>
                        <a:pt x="14" y="343"/>
                        <a:pt x="14" y="343"/>
                        <a:pt x="14" y="343"/>
                      </a:cubicBezTo>
                      <a:cubicBezTo>
                        <a:pt x="7" y="343"/>
                        <a:pt x="0" y="337"/>
                        <a:pt x="0" y="33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6"/>
                        <a:pt x="7" y="0"/>
                        <a:pt x="14" y="0"/>
                      </a:cubicBezTo>
                      <a:cubicBezTo>
                        <a:pt x="485" y="0"/>
                        <a:pt x="485" y="0"/>
                        <a:pt x="485" y="0"/>
                      </a:cubicBezTo>
                      <a:cubicBezTo>
                        <a:pt x="493" y="0"/>
                        <a:pt x="499" y="6"/>
                        <a:pt x="499" y="13"/>
                      </a:cubicBezTo>
                      <a:cubicBezTo>
                        <a:pt x="499" y="330"/>
                        <a:pt x="499" y="330"/>
                        <a:pt x="499" y="330"/>
                      </a:cubicBezTo>
                      <a:cubicBezTo>
                        <a:pt x="499" y="337"/>
                        <a:pt x="493" y="343"/>
                        <a:pt x="485" y="34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4" name="Google Shape;2821;p72"/>
                <p:cNvSpPr/>
                <p:nvPr/>
              </p:nvSpPr>
              <p:spPr>
                <a:xfrm>
                  <a:off x="4748040" y="3435480"/>
                  <a:ext cx="121680" cy="393840"/>
                </a:xfrm>
                <a:custGeom>
                  <a:avLst/>
                  <a:gdLst>
                    <a:gd name="textAreaLeft" fmla="*/ 0 w 121680"/>
                    <a:gd name="textAreaRight" fmla="*/ 122040 w 121680"/>
                    <a:gd name="textAreaTop" fmla="*/ 0 h 393840"/>
                    <a:gd name="textAreaBottom" fmla="*/ 394200 h 393840"/>
                  </a:gdLst>
                  <a:ahLst/>
                  <a:cxnLst/>
                  <a:rect l="textAreaLeft" t="textAreaTop" r="textAreaRight" b="textAreaBottom"/>
                  <a:pathLst>
                    <a:path w="106" h="343">
                      <a:moveTo>
                        <a:pt x="106" y="343"/>
                      </a:moveTo>
                      <a:cubicBezTo>
                        <a:pt x="14" y="343"/>
                        <a:pt x="14" y="343"/>
                        <a:pt x="14" y="343"/>
                      </a:cubicBezTo>
                      <a:cubicBezTo>
                        <a:pt x="6" y="343"/>
                        <a:pt x="0" y="337"/>
                        <a:pt x="0" y="33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106" y="0"/>
                        <a:pt x="106" y="0"/>
                        <a:pt x="106" y="0"/>
                      </a:cubicBezTo>
                      <a:lnTo>
                        <a:pt x="106" y="34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5" name="Google Shape;2822;p72"/>
                <p:cNvSpPr/>
                <p:nvPr/>
              </p:nvSpPr>
              <p:spPr>
                <a:xfrm>
                  <a:off x="4928760" y="3465720"/>
                  <a:ext cx="333720" cy="333720"/>
                </a:xfrm>
                <a:prstGeom prst="ellipse">
                  <a:avLst/>
                </a:pr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6" name="Google Shape;2823;p72"/>
                <p:cNvSpPr/>
                <p:nvPr/>
              </p:nvSpPr>
              <p:spPr>
                <a:xfrm>
                  <a:off x="4971960" y="3509280"/>
                  <a:ext cx="246600" cy="24660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7" name="Google Shape;2824;p72"/>
                <p:cNvSpPr/>
                <p:nvPr/>
              </p:nvSpPr>
              <p:spPr>
                <a:xfrm>
                  <a:off x="4987080" y="3524040"/>
                  <a:ext cx="216720" cy="216720"/>
                </a:xfrm>
                <a:prstGeom prst="ellipse">
                  <a:avLst/>
                </a:pr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8" name="Google Shape;2825;p72"/>
                <p:cNvSpPr/>
                <p:nvPr/>
              </p:nvSpPr>
              <p:spPr>
                <a:xfrm>
                  <a:off x="5151600" y="3601080"/>
                  <a:ext cx="22320" cy="2376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640" bIns="8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9" name="Google Shape;2826;p72"/>
                <p:cNvSpPr/>
                <p:nvPr/>
              </p:nvSpPr>
              <p:spPr>
                <a:xfrm>
                  <a:off x="5113440" y="3555000"/>
                  <a:ext cx="42120" cy="4140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760" bIns="147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520" name="Google Shape;2827;p72"/>
              <p:cNvGrpSpPr/>
              <p:nvPr/>
            </p:nvGrpSpPr>
            <p:grpSpPr>
              <a:xfrm>
                <a:off x="4778640" y="3813840"/>
                <a:ext cx="511560" cy="351720"/>
                <a:chOff x="4778640" y="3813840"/>
                <a:chExt cx="511560" cy="351720"/>
              </a:xfrm>
            </p:grpSpPr>
            <p:sp>
              <p:nvSpPr>
                <p:cNvPr id="1521" name="Google Shape;2828;p72"/>
                <p:cNvSpPr/>
                <p:nvPr/>
              </p:nvSpPr>
              <p:spPr>
                <a:xfrm>
                  <a:off x="5018400" y="3873960"/>
                  <a:ext cx="30600" cy="47880"/>
                </a:xfrm>
                <a:prstGeom prst="rect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120" bIns="241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2" name="Google Shape;2829;p72"/>
                <p:cNvSpPr/>
                <p:nvPr/>
              </p:nvSpPr>
              <p:spPr>
                <a:xfrm>
                  <a:off x="4941720" y="3850560"/>
                  <a:ext cx="76680" cy="73440"/>
                </a:xfrm>
                <a:custGeom>
                  <a:avLst/>
                  <a:gdLst>
                    <a:gd name="textAreaLeft" fmla="*/ 0 w 76680"/>
                    <a:gd name="textAreaRight" fmla="*/ 77040 w 76680"/>
                    <a:gd name="textAreaTop" fmla="*/ 0 h 73440"/>
                    <a:gd name="textAreaBottom" fmla="*/ 73800 h 73440"/>
                  </a:gdLst>
                  <a:ahLst/>
                  <a:cxnLst/>
                  <a:rect l="textAreaLeft" t="textAreaTop" r="textAreaRight" b="textAreaBottom"/>
                  <a:pathLst>
                    <a:path w="102" h="98">
                      <a:moveTo>
                        <a:pt x="38" y="98"/>
                      </a:moveTo>
                      <a:lnTo>
                        <a:pt x="0" y="98"/>
                      </a:lnTo>
                      <a:lnTo>
                        <a:pt x="64" y="0"/>
                      </a:lnTo>
                      <a:lnTo>
                        <a:pt x="102" y="0"/>
                      </a:lnTo>
                      <a:lnTo>
                        <a:pt x="38" y="9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720" bIns="367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3" name="Google Shape;2830;p72"/>
                <p:cNvSpPr/>
                <p:nvPr/>
              </p:nvSpPr>
              <p:spPr>
                <a:xfrm>
                  <a:off x="5050800" y="3850560"/>
                  <a:ext cx="74880" cy="73440"/>
                </a:xfrm>
                <a:custGeom>
                  <a:avLst/>
                  <a:gdLst>
                    <a:gd name="textAreaLeft" fmla="*/ 0 w 74880"/>
                    <a:gd name="textAreaRight" fmla="*/ 75240 w 74880"/>
                    <a:gd name="textAreaTop" fmla="*/ 0 h 73440"/>
                    <a:gd name="textAreaBottom" fmla="*/ 73800 h 73440"/>
                  </a:gdLst>
                  <a:ahLst/>
                  <a:cxnLst/>
                  <a:rect l="textAreaLeft" t="textAreaTop" r="textAreaRight" b="textAreaBottom"/>
                  <a:pathLst>
                    <a:path w="100" h="98">
                      <a:moveTo>
                        <a:pt x="64" y="98"/>
                      </a:moveTo>
                      <a:lnTo>
                        <a:pt x="100" y="98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64" y="9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720" bIns="367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4" name="Google Shape;2831;p72"/>
                <p:cNvSpPr/>
                <p:nvPr/>
              </p:nvSpPr>
              <p:spPr>
                <a:xfrm>
                  <a:off x="4988520" y="3813840"/>
                  <a:ext cx="90720" cy="67680"/>
                </a:xfrm>
                <a:custGeom>
                  <a:avLst/>
                  <a:gdLst>
                    <a:gd name="textAreaLeft" fmla="*/ 0 w 90720"/>
                    <a:gd name="textAreaRight" fmla="*/ 91080 w 9072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51" h="38">
                      <a:moveTo>
                        <a:pt x="33" y="38"/>
                      </a:moveTo>
                      <a:cubicBezTo>
                        <a:pt x="19" y="38"/>
                        <a:pt x="19" y="38"/>
                        <a:pt x="19" y="38"/>
                      </a:cubicBezTo>
                      <a:cubicBezTo>
                        <a:pt x="8" y="38"/>
                        <a:pt x="0" y="30"/>
                        <a:pt x="0" y="2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51" y="20"/>
                        <a:pt x="51" y="20"/>
                        <a:pt x="51" y="20"/>
                      </a:cubicBezTo>
                      <a:cubicBezTo>
                        <a:pt x="51" y="30"/>
                        <a:pt x="43" y="38"/>
                        <a:pt x="33" y="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5" name="Google Shape;2832;p72"/>
                <p:cNvSpPr/>
                <p:nvPr/>
              </p:nvSpPr>
              <p:spPr>
                <a:xfrm>
                  <a:off x="5009400" y="3904920"/>
                  <a:ext cx="47880" cy="26064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60640"/>
                    <a:gd name="textAreaBottom" fmla="*/ 261000 h 260640"/>
                  </a:gdLst>
                  <a:ahLst/>
                  <a:cxnLst/>
                  <a:rect l="textAreaLeft" t="textAreaTop" r="textAreaRight" b="textAreaBottom"/>
                  <a:pathLst>
                    <a:path w="27" h="146">
                      <a:moveTo>
                        <a:pt x="21" y="146"/>
                      </a:moveTo>
                      <a:cubicBezTo>
                        <a:pt x="6" y="146"/>
                        <a:pt x="6" y="146"/>
                        <a:pt x="6" y="146"/>
                      </a:cubicBezTo>
                      <a:cubicBezTo>
                        <a:pt x="3" y="146"/>
                        <a:pt x="0" y="143"/>
                        <a:pt x="0" y="140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24" y="0"/>
                        <a:pt x="27" y="3"/>
                        <a:pt x="27" y="6"/>
                      </a:cubicBezTo>
                      <a:cubicBezTo>
                        <a:pt x="27" y="140"/>
                        <a:pt x="27" y="140"/>
                        <a:pt x="27" y="140"/>
                      </a:cubicBezTo>
                      <a:cubicBezTo>
                        <a:pt x="27" y="143"/>
                        <a:pt x="24" y="146"/>
                        <a:pt x="21" y="14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6" name="Google Shape;2833;p72"/>
                <p:cNvSpPr/>
                <p:nvPr/>
              </p:nvSpPr>
              <p:spPr>
                <a:xfrm>
                  <a:off x="4778640" y="3904920"/>
                  <a:ext cx="209160" cy="260640"/>
                </a:xfrm>
                <a:custGeom>
                  <a:avLst/>
                  <a:gdLst>
                    <a:gd name="textAreaLeft" fmla="*/ 0 w 209160"/>
                    <a:gd name="textAreaRight" fmla="*/ 209520 w 209160"/>
                    <a:gd name="textAreaTop" fmla="*/ 0 h 260640"/>
                    <a:gd name="textAreaBottom" fmla="*/ 261000 h 260640"/>
                  </a:gdLst>
                  <a:ahLst/>
                  <a:cxnLst/>
                  <a:rect l="textAreaLeft" t="textAreaTop" r="textAreaRight" b="textAreaBottom"/>
                  <a:pathLst>
                    <a:path w="117" h="146">
                      <a:moveTo>
                        <a:pt x="18" y="146"/>
                      </a:moveTo>
                      <a:cubicBezTo>
                        <a:pt x="4" y="146"/>
                        <a:pt x="4" y="146"/>
                        <a:pt x="4" y="146"/>
                      </a:cubicBezTo>
                      <a:cubicBezTo>
                        <a:pt x="1" y="146"/>
                        <a:pt x="0" y="143"/>
                        <a:pt x="2" y="140"/>
                      </a:cubicBezTo>
                      <a:cubicBezTo>
                        <a:pt x="89" y="6"/>
                        <a:pt x="89" y="6"/>
                        <a:pt x="89" y="6"/>
                      </a:cubicBezTo>
                      <a:cubicBezTo>
                        <a:pt x="91" y="3"/>
                        <a:pt x="96" y="0"/>
                        <a:pt x="99" y="0"/>
                      </a:cubicBezTo>
                      <a:cubicBezTo>
                        <a:pt x="113" y="0"/>
                        <a:pt x="113" y="0"/>
                        <a:pt x="113" y="0"/>
                      </a:cubicBezTo>
                      <a:cubicBezTo>
                        <a:pt x="117" y="0"/>
                        <a:pt x="117" y="3"/>
                        <a:pt x="115" y="6"/>
                      </a:cubicBezTo>
                      <a:cubicBezTo>
                        <a:pt x="28" y="140"/>
                        <a:pt x="28" y="140"/>
                        <a:pt x="28" y="140"/>
                      </a:cubicBezTo>
                      <a:cubicBezTo>
                        <a:pt x="26" y="143"/>
                        <a:pt x="22" y="146"/>
                        <a:pt x="18" y="14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7" name="Google Shape;2834;p72"/>
                <p:cNvSpPr/>
                <p:nvPr/>
              </p:nvSpPr>
              <p:spPr>
                <a:xfrm>
                  <a:off x="5079600" y="3904920"/>
                  <a:ext cx="210600" cy="260640"/>
                </a:xfrm>
                <a:custGeom>
                  <a:avLst/>
                  <a:gdLst>
                    <a:gd name="textAreaLeft" fmla="*/ 0 w 210600"/>
                    <a:gd name="textAreaRight" fmla="*/ 210960 w 210600"/>
                    <a:gd name="textAreaTop" fmla="*/ 0 h 260640"/>
                    <a:gd name="textAreaBottom" fmla="*/ 261000 h 260640"/>
                  </a:gdLst>
                  <a:ahLst/>
                  <a:cxnLst/>
                  <a:rect l="textAreaLeft" t="textAreaTop" r="textAreaRight" b="textAreaBottom"/>
                  <a:pathLst>
                    <a:path w="118" h="146">
                      <a:moveTo>
                        <a:pt x="99" y="146"/>
                      </a:moveTo>
                      <a:cubicBezTo>
                        <a:pt x="113" y="146"/>
                        <a:pt x="113" y="146"/>
                        <a:pt x="113" y="146"/>
                      </a:cubicBezTo>
                      <a:cubicBezTo>
                        <a:pt x="117" y="146"/>
                        <a:pt x="118" y="143"/>
                        <a:pt x="115" y="140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6" y="3"/>
                        <a:pt x="22" y="0"/>
                        <a:pt x="18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1" y="0"/>
                        <a:pt x="0" y="3"/>
                        <a:pt x="2" y="6"/>
                      </a:cubicBezTo>
                      <a:cubicBezTo>
                        <a:pt x="89" y="140"/>
                        <a:pt x="89" y="140"/>
                        <a:pt x="89" y="140"/>
                      </a:cubicBezTo>
                      <a:cubicBezTo>
                        <a:pt x="91" y="143"/>
                        <a:pt x="96" y="146"/>
                        <a:pt x="99" y="14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528" name="Google Shape;2835;p72"/>
            <p:cNvCxnSpPr/>
            <p:nvPr/>
          </p:nvCxnSpPr>
          <p:spPr>
            <a:xfrm>
              <a:off x="4632840" y="4165560"/>
              <a:ext cx="4032720" cy="360"/>
            </a:xfrm>
            <a:prstGeom prst="straightConnector1">
              <a:avLst/>
            </a:prstGeom>
            <a:ln w="9525">
              <a:solidFill>
                <a:srgbClr val="FFFEF4"/>
              </a:solidFill>
              <a:round/>
            </a:ln>
          </p:spPr>
        </p:cxnSp>
        <p:sp>
          <p:nvSpPr>
            <p:cNvPr id="1529" name="Google Shape;2836;p72"/>
            <p:cNvSpPr/>
            <p:nvPr/>
          </p:nvSpPr>
          <p:spPr>
            <a:xfrm>
              <a:off x="6750360" y="1296000"/>
              <a:ext cx="928440" cy="802800"/>
            </a:xfrm>
            <a:custGeom>
              <a:avLst/>
              <a:gdLst>
                <a:gd name="textAreaLeft" fmla="*/ 0 w 928440"/>
                <a:gd name="textAreaRight" fmla="*/ 928800 w 928440"/>
                <a:gd name="textAreaTop" fmla="*/ 0 h 802800"/>
                <a:gd name="textAreaBottom" fmla="*/ 803160 h 802800"/>
              </a:gdLst>
              <a:ahLst/>
              <a:cxnLst/>
              <a:rect l="textAreaLeft" t="textAreaTop" r="textAreaRight" b="textAreaBottom"/>
              <a:pathLst>
                <a:path w="302" h="260">
                  <a:moveTo>
                    <a:pt x="284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194"/>
                    <a:pt x="8" y="202"/>
                    <a:pt x="18" y="202"/>
                  </a:cubicBezTo>
                  <a:cubicBezTo>
                    <a:pt x="23" y="202"/>
                    <a:pt x="23" y="202"/>
                    <a:pt x="23" y="202"/>
                  </a:cubicBezTo>
                  <a:cubicBezTo>
                    <a:pt x="23" y="255"/>
                    <a:pt x="23" y="255"/>
                    <a:pt x="23" y="255"/>
                  </a:cubicBezTo>
                  <a:cubicBezTo>
                    <a:pt x="23" y="258"/>
                    <a:pt x="27" y="260"/>
                    <a:pt x="29" y="257"/>
                  </a:cubicBezTo>
                  <a:cubicBezTo>
                    <a:pt x="64" y="202"/>
                    <a:pt x="64" y="202"/>
                    <a:pt x="64" y="202"/>
                  </a:cubicBezTo>
                  <a:cubicBezTo>
                    <a:pt x="284" y="202"/>
                    <a:pt x="284" y="202"/>
                    <a:pt x="284" y="202"/>
                  </a:cubicBezTo>
                  <a:cubicBezTo>
                    <a:pt x="294" y="202"/>
                    <a:pt x="302" y="194"/>
                    <a:pt x="302" y="184"/>
                  </a:cubicBezTo>
                  <a:cubicBezTo>
                    <a:pt x="302" y="17"/>
                    <a:pt x="302" y="17"/>
                    <a:pt x="302" y="17"/>
                  </a:cubicBezTo>
                  <a:cubicBezTo>
                    <a:pt x="302" y="7"/>
                    <a:pt x="294" y="0"/>
                    <a:pt x="28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30" name="Google Shape;2837;p72"/>
            <p:cNvGrpSpPr/>
            <p:nvPr/>
          </p:nvGrpSpPr>
          <p:grpSpPr>
            <a:xfrm>
              <a:off x="6882120" y="834840"/>
              <a:ext cx="1260000" cy="1263960"/>
              <a:chOff x="6882120" y="834840"/>
              <a:chExt cx="1260000" cy="1263960"/>
            </a:xfrm>
          </p:grpSpPr>
          <p:sp>
            <p:nvSpPr>
              <p:cNvPr id="1531" name="Google Shape;2838;p72"/>
              <p:cNvSpPr/>
              <p:nvPr/>
            </p:nvSpPr>
            <p:spPr>
              <a:xfrm>
                <a:off x="6882120" y="834840"/>
                <a:ext cx="709920" cy="322200"/>
              </a:xfrm>
              <a:custGeom>
                <a:avLst/>
                <a:gdLst>
                  <a:gd name="textAreaLeft" fmla="*/ 0 w 709920"/>
                  <a:gd name="textAreaRight" fmla="*/ 710280 w 709920"/>
                  <a:gd name="textAreaTop" fmla="*/ 0 h 322200"/>
                  <a:gd name="textAreaBottom" fmla="*/ 322560 h 322200"/>
                </a:gdLst>
                <a:ahLst/>
                <a:cxnLst/>
                <a:rect l="textAreaLeft" t="textAreaTop" r="textAreaRight" b="textAreaBottom"/>
                <a:pathLst>
                  <a:path w="968" h="439">
                    <a:moveTo>
                      <a:pt x="882" y="266"/>
                    </a:moveTo>
                    <a:cubicBezTo>
                      <a:pt x="847" y="266"/>
                      <a:pt x="847" y="266"/>
                      <a:pt x="847" y="266"/>
                    </a:cubicBezTo>
                    <a:cubicBezTo>
                      <a:pt x="847" y="119"/>
                      <a:pt x="727" y="0"/>
                      <a:pt x="580" y="0"/>
                    </a:cubicBezTo>
                    <a:cubicBezTo>
                      <a:pt x="472" y="0"/>
                      <a:pt x="379" y="65"/>
                      <a:pt x="337" y="158"/>
                    </a:cubicBezTo>
                    <a:cubicBezTo>
                      <a:pt x="319" y="147"/>
                      <a:pt x="297" y="141"/>
                      <a:pt x="274" y="141"/>
                    </a:cubicBezTo>
                    <a:cubicBezTo>
                      <a:pt x="205" y="141"/>
                      <a:pt x="149" y="197"/>
                      <a:pt x="149" y="266"/>
                    </a:cubicBezTo>
                    <a:cubicBezTo>
                      <a:pt x="86" y="266"/>
                      <a:pt x="86" y="266"/>
                      <a:pt x="86" y="266"/>
                    </a:cubicBezTo>
                    <a:cubicBezTo>
                      <a:pt x="39" y="266"/>
                      <a:pt x="0" y="305"/>
                      <a:pt x="0" y="353"/>
                    </a:cubicBezTo>
                    <a:cubicBezTo>
                      <a:pt x="0" y="401"/>
                      <a:pt x="39" y="439"/>
                      <a:pt x="86" y="439"/>
                    </a:cubicBezTo>
                    <a:cubicBezTo>
                      <a:pt x="882" y="439"/>
                      <a:pt x="882" y="439"/>
                      <a:pt x="882" y="439"/>
                    </a:cubicBezTo>
                    <a:cubicBezTo>
                      <a:pt x="929" y="439"/>
                      <a:pt x="968" y="401"/>
                      <a:pt x="968" y="353"/>
                    </a:cubicBezTo>
                    <a:cubicBezTo>
                      <a:pt x="968" y="305"/>
                      <a:pt x="929" y="266"/>
                      <a:pt x="882" y="26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2" name="Google Shape;2839;p72"/>
              <p:cNvSpPr/>
              <p:nvPr/>
            </p:nvSpPr>
            <p:spPr>
              <a:xfrm>
                <a:off x="7592760" y="1849320"/>
                <a:ext cx="549360" cy="249480"/>
              </a:xfrm>
              <a:custGeom>
                <a:avLst/>
                <a:gdLst>
                  <a:gd name="textAreaLeft" fmla="*/ 0 w 549360"/>
                  <a:gd name="textAreaRight" fmla="*/ 549720 w 54936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749" h="340">
                    <a:moveTo>
                      <a:pt x="67" y="206"/>
                    </a:moveTo>
                    <a:cubicBezTo>
                      <a:pt x="94" y="206"/>
                      <a:pt x="94" y="206"/>
                      <a:pt x="94" y="206"/>
                    </a:cubicBezTo>
                    <a:cubicBezTo>
                      <a:pt x="94" y="92"/>
                      <a:pt x="186" y="0"/>
                      <a:pt x="300" y="0"/>
                    </a:cubicBezTo>
                    <a:cubicBezTo>
                      <a:pt x="384" y="0"/>
                      <a:pt x="456" y="50"/>
                      <a:pt x="488" y="122"/>
                    </a:cubicBezTo>
                    <a:cubicBezTo>
                      <a:pt x="502" y="114"/>
                      <a:pt x="519" y="109"/>
                      <a:pt x="536" y="109"/>
                    </a:cubicBezTo>
                    <a:cubicBezTo>
                      <a:pt x="590" y="109"/>
                      <a:pt x="633" y="153"/>
                      <a:pt x="633" y="206"/>
                    </a:cubicBezTo>
                    <a:cubicBezTo>
                      <a:pt x="682" y="206"/>
                      <a:pt x="682" y="206"/>
                      <a:pt x="682" y="206"/>
                    </a:cubicBezTo>
                    <a:cubicBezTo>
                      <a:pt x="719" y="206"/>
                      <a:pt x="749" y="236"/>
                      <a:pt x="749" y="273"/>
                    </a:cubicBezTo>
                    <a:cubicBezTo>
                      <a:pt x="749" y="310"/>
                      <a:pt x="719" y="340"/>
                      <a:pt x="682" y="340"/>
                    </a:cubicBezTo>
                    <a:cubicBezTo>
                      <a:pt x="67" y="340"/>
                      <a:pt x="67" y="340"/>
                      <a:pt x="67" y="340"/>
                    </a:cubicBezTo>
                    <a:cubicBezTo>
                      <a:pt x="30" y="340"/>
                      <a:pt x="0" y="310"/>
                      <a:pt x="0" y="273"/>
                    </a:cubicBezTo>
                    <a:cubicBezTo>
                      <a:pt x="0" y="236"/>
                      <a:pt x="30" y="206"/>
                      <a:pt x="67" y="20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533" name="Google Shape;2840;p72"/>
            <p:cNvSpPr/>
            <p:nvPr/>
          </p:nvSpPr>
          <p:spPr>
            <a:xfrm>
              <a:off x="5638680" y="1861560"/>
              <a:ext cx="273960" cy="7218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4" name="Google Shape;2841;p72"/>
            <p:cNvSpPr/>
            <p:nvPr/>
          </p:nvSpPr>
          <p:spPr>
            <a:xfrm>
              <a:off x="5410800" y="2458080"/>
              <a:ext cx="698040" cy="347400"/>
            </a:xfrm>
            <a:custGeom>
              <a:avLst/>
              <a:gdLst>
                <a:gd name="textAreaLeft" fmla="*/ 0 w 698040"/>
                <a:gd name="textAreaRight" fmla="*/ 698400 w 698040"/>
                <a:gd name="textAreaTop" fmla="*/ 0 h 347400"/>
                <a:gd name="textAreaBottom" fmla="*/ 347760 h 347400"/>
              </a:gdLst>
              <a:ahLst/>
              <a:cxnLst/>
              <a:rect l="textAreaLeft" t="textAreaTop" r="textAreaRight" b="textAreaBottom"/>
              <a:pathLst>
                <a:path w="227" h="113">
                  <a:moveTo>
                    <a:pt x="114" y="0"/>
                  </a:moveTo>
                  <a:cubicBezTo>
                    <a:pt x="51" y="0"/>
                    <a:pt x="0" y="51"/>
                    <a:pt x="0" y="113"/>
                  </a:cubicBezTo>
                  <a:cubicBezTo>
                    <a:pt x="227" y="113"/>
                    <a:pt x="227" y="113"/>
                    <a:pt x="227" y="113"/>
                  </a:cubicBezTo>
                  <a:cubicBezTo>
                    <a:pt x="227" y="51"/>
                    <a:pt x="176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5" name="Google Shape;2842;p72"/>
            <p:cNvSpPr/>
            <p:nvPr/>
          </p:nvSpPr>
          <p:spPr>
            <a:xfrm>
              <a:off x="6048720" y="1861560"/>
              <a:ext cx="190080" cy="19152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36" name="Google Shape;2843;p72"/>
            <p:cNvGrpSpPr/>
            <p:nvPr/>
          </p:nvGrpSpPr>
          <p:grpSpPr>
            <a:xfrm>
              <a:off x="6013800" y="2167200"/>
              <a:ext cx="868320" cy="348840"/>
              <a:chOff x="6013800" y="2167200"/>
              <a:chExt cx="868320" cy="348840"/>
            </a:xfrm>
          </p:grpSpPr>
          <p:sp>
            <p:nvSpPr>
              <p:cNvPr id="1537" name="Google Shape;2844;p72"/>
              <p:cNvSpPr/>
              <p:nvPr/>
            </p:nvSpPr>
            <p:spPr>
              <a:xfrm>
                <a:off x="6245640" y="2287800"/>
                <a:ext cx="226800" cy="228240"/>
              </a:xfrm>
              <a:custGeom>
                <a:avLst/>
                <a:gdLst>
                  <a:gd name="textAreaLeft" fmla="*/ 0 w 226800"/>
                  <a:gd name="textAreaRight" fmla="*/ 227160 w 226800"/>
                  <a:gd name="textAreaTop" fmla="*/ 0 h 228240"/>
                  <a:gd name="textAreaBottom" fmla="*/ 228600 h 228240"/>
                </a:gdLst>
                <a:ahLst/>
                <a:cxnLst/>
                <a:rect l="textAreaLeft" t="textAreaTop" r="textAreaRight" b="textAreaBottom"/>
                <a:pathLst>
                  <a:path w="74" h="74">
                    <a:moveTo>
                      <a:pt x="65" y="39"/>
                    </a:moveTo>
                    <a:cubicBezTo>
                      <a:pt x="74" y="0"/>
                      <a:pt x="74" y="0"/>
                      <a:pt x="74" y="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0" y="51"/>
                      <a:pt x="0" y="54"/>
                      <a:pt x="2" y="56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20" y="74"/>
                      <a:pt x="23" y="74"/>
                      <a:pt x="24" y="72"/>
                    </a:cubicBezTo>
                    <a:cubicBezTo>
                      <a:pt x="57" y="31"/>
                      <a:pt x="57" y="31"/>
                      <a:pt x="57" y="31"/>
                    </a:cubicBezTo>
                    <a:lnTo>
                      <a:pt x="65" y="39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8" name="Google Shape;2845;p72"/>
              <p:cNvSpPr/>
              <p:nvPr/>
            </p:nvSpPr>
            <p:spPr>
              <a:xfrm>
                <a:off x="6094800" y="2203560"/>
                <a:ext cx="707760" cy="126720"/>
              </a:xfrm>
              <a:custGeom>
                <a:avLst/>
                <a:gdLst>
                  <a:gd name="textAreaLeft" fmla="*/ 0 w 707760"/>
                  <a:gd name="textAreaRight" fmla="*/ 708120 w 70776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230" h="41">
                    <a:moveTo>
                      <a:pt x="3" y="24"/>
                    </a:moveTo>
                    <a:cubicBezTo>
                      <a:pt x="20" y="10"/>
                      <a:pt x="37" y="5"/>
                      <a:pt x="55" y="5"/>
                    </a:cubicBezTo>
                    <a:cubicBezTo>
                      <a:pt x="79" y="5"/>
                      <a:pt x="103" y="14"/>
                      <a:pt x="126" y="23"/>
                    </a:cubicBezTo>
                    <a:cubicBezTo>
                      <a:pt x="150" y="32"/>
                      <a:pt x="172" y="41"/>
                      <a:pt x="192" y="41"/>
                    </a:cubicBezTo>
                    <a:cubicBezTo>
                      <a:pt x="206" y="41"/>
                      <a:pt x="219" y="36"/>
                      <a:pt x="230" y="24"/>
                    </a:cubicBezTo>
                    <a:cubicBezTo>
                      <a:pt x="226" y="21"/>
                      <a:pt x="226" y="21"/>
                      <a:pt x="226" y="21"/>
                    </a:cubicBezTo>
                    <a:cubicBezTo>
                      <a:pt x="217" y="32"/>
                      <a:pt x="205" y="37"/>
                      <a:pt x="192" y="37"/>
                    </a:cubicBezTo>
                    <a:cubicBezTo>
                      <a:pt x="173" y="37"/>
                      <a:pt x="151" y="28"/>
                      <a:pt x="128" y="19"/>
                    </a:cubicBezTo>
                    <a:cubicBezTo>
                      <a:pt x="105" y="10"/>
                      <a:pt x="80" y="0"/>
                      <a:pt x="55" y="0"/>
                    </a:cubicBezTo>
                    <a:cubicBezTo>
                      <a:pt x="36" y="0"/>
                      <a:pt x="17" y="6"/>
                      <a:pt x="0" y="20"/>
                    </a:cubicBezTo>
                    <a:cubicBezTo>
                      <a:pt x="3" y="24"/>
                      <a:pt x="3" y="24"/>
                      <a:pt x="3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9" name="Google Shape;2846;p72"/>
              <p:cNvSpPr/>
              <p:nvPr/>
            </p:nvSpPr>
            <p:spPr>
              <a:xfrm>
                <a:off x="6023520" y="2183040"/>
                <a:ext cx="147240" cy="18396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183960"/>
                  <a:gd name="textAreaBottom" fmla="*/ 184320 h 183960"/>
                </a:gdLst>
                <a:ahLst/>
                <a:cxnLst/>
                <a:rect l="textAreaLeft" t="textAreaTop" r="textAreaRight" b="textAreaBottom"/>
                <a:pathLst>
                  <a:path w="93" h="116">
                    <a:moveTo>
                      <a:pt x="6" y="116"/>
                    </a:moveTo>
                    <a:lnTo>
                      <a:pt x="93" y="4"/>
                    </a:lnTo>
                    <a:lnTo>
                      <a:pt x="87" y="0"/>
                    </a:lnTo>
                    <a:lnTo>
                      <a:pt x="0" y="113"/>
                    </a:lnTo>
                    <a:lnTo>
                      <a:pt x="6" y="11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0" name="Google Shape;2847;p72"/>
              <p:cNvSpPr/>
              <p:nvPr/>
            </p:nvSpPr>
            <p:spPr>
              <a:xfrm>
                <a:off x="6023520" y="2183040"/>
                <a:ext cx="147240" cy="18396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183960"/>
                  <a:gd name="textAreaBottom" fmla="*/ 184320 h 183960"/>
                </a:gdLst>
                <a:ahLst/>
                <a:cxnLst/>
                <a:rect l="textAreaLeft" t="textAreaTop" r="textAreaRight" b="textAreaBottom"/>
                <a:pathLst>
                  <a:path w="93" h="116">
                    <a:moveTo>
                      <a:pt x="6" y="116"/>
                    </a:moveTo>
                    <a:lnTo>
                      <a:pt x="93" y="4"/>
                    </a:lnTo>
                    <a:lnTo>
                      <a:pt x="87" y="0"/>
                    </a:lnTo>
                    <a:lnTo>
                      <a:pt x="0" y="113"/>
                    </a:ln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1" name="Google Shape;2848;p72"/>
              <p:cNvSpPr/>
              <p:nvPr/>
            </p:nvSpPr>
            <p:spPr>
              <a:xfrm>
                <a:off x="6013800" y="2349720"/>
                <a:ext cx="31320" cy="29880"/>
              </a:xfrm>
              <a:custGeom>
                <a:avLst/>
                <a:gdLst>
                  <a:gd name="textAreaLeft" fmla="*/ 0 w 31320"/>
                  <a:gd name="textAreaRight" fmla="*/ 31680 w 31320"/>
                  <a:gd name="textAreaTop" fmla="*/ 0 h 29880"/>
                  <a:gd name="textAreaBottom" fmla="*/ 30240 h 29880"/>
                </a:gdLst>
                <a:ahLst/>
                <a:cxnLst/>
                <a:rect l="textAreaLeft" t="textAreaTop" r="textAreaRight" b="textAreaBottom"/>
                <a:pathLst>
                  <a:path w="10" h="10">
                    <a:moveTo>
                      <a:pt x="8" y="1"/>
                    </a:moveTo>
                    <a:cubicBezTo>
                      <a:pt x="10" y="3"/>
                      <a:pt x="10" y="6"/>
                      <a:pt x="9" y="8"/>
                    </a:cubicBezTo>
                    <a:cubicBezTo>
                      <a:pt x="7" y="10"/>
                      <a:pt x="4" y="10"/>
                      <a:pt x="2" y="8"/>
                    </a:cubicBezTo>
                    <a:cubicBezTo>
                      <a:pt x="0" y="7"/>
                      <a:pt x="0" y="4"/>
                      <a:pt x="1" y="2"/>
                    </a:cubicBezTo>
                    <a:cubicBezTo>
                      <a:pt x="3" y="0"/>
                      <a:pt x="6" y="0"/>
                      <a:pt x="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120" bIns="15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2" name="Google Shape;2849;p72"/>
              <p:cNvSpPr/>
              <p:nvPr/>
            </p:nvSpPr>
            <p:spPr>
              <a:xfrm>
                <a:off x="6150240" y="2167200"/>
                <a:ext cx="33120" cy="33120"/>
              </a:xfrm>
              <a:custGeom>
                <a:avLst/>
                <a:gdLst>
                  <a:gd name="textAreaLeft" fmla="*/ 0 w 33120"/>
                  <a:gd name="textAreaRight" fmla="*/ 33480 w 3312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11" h="11">
                    <a:moveTo>
                      <a:pt x="8" y="2"/>
                    </a:moveTo>
                    <a:cubicBezTo>
                      <a:pt x="10" y="4"/>
                      <a:pt x="11" y="6"/>
                      <a:pt x="9" y="8"/>
                    </a:cubicBezTo>
                    <a:cubicBezTo>
                      <a:pt x="8" y="10"/>
                      <a:pt x="5" y="11"/>
                      <a:pt x="3" y="9"/>
                    </a:cubicBezTo>
                    <a:cubicBezTo>
                      <a:pt x="1" y="8"/>
                      <a:pt x="0" y="5"/>
                      <a:pt x="2" y="3"/>
                    </a:cubicBezTo>
                    <a:cubicBezTo>
                      <a:pt x="4" y="1"/>
                      <a:pt x="6" y="0"/>
                      <a:pt x="8" y="2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560" bIns="16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3" name="Google Shape;2850;p72"/>
              <p:cNvSpPr/>
              <p:nvPr/>
            </p:nvSpPr>
            <p:spPr>
              <a:xfrm>
                <a:off x="6066360" y="2241720"/>
                <a:ext cx="64800" cy="64800"/>
              </a:xfrm>
              <a:custGeom>
                <a:avLst/>
                <a:gdLst>
                  <a:gd name="textAreaLeft" fmla="*/ 0 w 64800"/>
                  <a:gd name="textAreaRight" fmla="*/ 65160 w 64800"/>
                  <a:gd name="textAreaTop" fmla="*/ 0 h 64800"/>
                  <a:gd name="textAreaBottom" fmla="*/ 65160 h 64800"/>
                </a:gdLst>
                <a:ahLst/>
                <a:cxnLst/>
                <a:rect l="textAreaLeft" t="textAreaTop" r="textAreaRight" b="textAreaBottom"/>
                <a:pathLst>
                  <a:path w="21" h="21">
                    <a:moveTo>
                      <a:pt x="16" y="3"/>
                    </a:moveTo>
                    <a:cubicBezTo>
                      <a:pt x="20" y="6"/>
                      <a:pt x="21" y="12"/>
                      <a:pt x="18" y="16"/>
                    </a:cubicBezTo>
                    <a:cubicBezTo>
                      <a:pt x="15" y="21"/>
                      <a:pt x="9" y="21"/>
                      <a:pt x="5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400" bIns="32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4" name="Google Shape;2851;p72"/>
              <p:cNvSpPr/>
              <p:nvPr/>
            </p:nvSpPr>
            <p:spPr>
              <a:xfrm>
                <a:off x="6721920" y="2183040"/>
                <a:ext cx="147240" cy="18396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183960"/>
                  <a:gd name="textAreaBottom" fmla="*/ 184320 h 183960"/>
                </a:gdLst>
                <a:ahLst/>
                <a:cxnLst/>
                <a:rect l="textAreaLeft" t="textAreaTop" r="textAreaRight" b="textAreaBottom"/>
                <a:pathLst>
                  <a:path w="93" h="116">
                    <a:moveTo>
                      <a:pt x="6" y="116"/>
                    </a:moveTo>
                    <a:lnTo>
                      <a:pt x="93" y="4"/>
                    </a:lnTo>
                    <a:lnTo>
                      <a:pt x="87" y="0"/>
                    </a:lnTo>
                    <a:lnTo>
                      <a:pt x="0" y="113"/>
                    </a:lnTo>
                    <a:lnTo>
                      <a:pt x="6" y="11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5" name="Google Shape;2852;p72"/>
              <p:cNvSpPr/>
              <p:nvPr/>
            </p:nvSpPr>
            <p:spPr>
              <a:xfrm>
                <a:off x="6721920" y="2183040"/>
                <a:ext cx="147240" cy="18396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183960"/>
                  <a:gd name="textAreaBottom" fmla="*/ 184320 h 183960"/>
                </a:gdLst>
                <a:ahLst/>
                <a:cxnLst/>
                <a:rect l="textAreaLeft" t="textAreaTop" r="textAreaRight" b="textAreaBottom"/>
                <a:pathLst>
                  <a:path w="93" h="116">
                    <a:moveTo>
                      <a:pt x="6" y="116"/>
                    </a:moveTo>
                    <a:lnTo>
                      <a:pt x="93" y="4"/>
                    </a:lnTo>
                    <a:lnTo>
                      <a:pt x="87" y="0"/>
                    </a:lnTo>
                    <a:lnTo>
                      <a:pt x="0" y="113"/>
                    </a:ln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6" name="Google Shape;2853;p72"/>
              <p:cNvSpPr/>
              <p:nvPr/>
            </p:nvSpPr>
            <p:spPr>
              <a:xfrm>
                <a:off x="6712200" y="2349720"/>
                <a:ext cx="31320" cy="29880"/>
              </a:xfrm>
              <a:custGeom>
                <a:avLst/>
                <a:gdLst>
                  <a:gd name="textAreaLeft" fmla="*/ 0 w 31320"/>
                  <a:gd name="textAreaRight" fmla="*/ 31680 w 31320"/>
                  <a:gd name="textAreaTop" fmla="*/ 0 h 29880"/>
                  <a:gd name="textAreaBottom" fmla="*/ 30240 h 29880"/>
                </a:gdLst>
                <a:ahLst/>
                <a:cxnLst/>
                <a:rect l="textAreaLeft" t="textAreaTop" r="textAreaRight" b="textAreaBottom"/>
                <a:pathLst>
                  <a:path w="10" h="10">
                    <a:moveTo>
                      <a:pt x="8" y="1"/>
                    </a:moveTo>
                    <a:cubicBezTo>
                      <a:pt x="10" y="3"/>
                      <a:pt x="10" y="6"/>
                      <a:pt x="9" y="8"/>
                    </a:cubicBezTo>
                    <a:cubicBezTo>
                      <a:pt x="7" y="10"/>
                      <a:pt x="4" y="10"/>
                      <a:pt x="2" y="8"/>
                    </a:cubicBezTo>
                    <a:cubicBezTo>
                      <a:pt x="0" y="7"/>
                      <a:pt x="0" y="4"/>
                      <a:pt x="1" y="2"/>
                    </a:cubicBezTo>
                    <a:cubicBezTo>
                      <a:pt x="3" y="0"/>
                      <a:pt x="6" y="0"/>
                      <a:pt x="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120" bIns="15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7" name="Google Shape;2854;p72"/>
              <p:cNvSpPr/>
              <p:nvPr/>
            </p:nvSpPr>
            <p:spPr>
              <a:xfrm>
                <a:off x="6849000" y="2167200"/>
                <a:ext cx="33120" cy="33120"/>
              </a:xfrm>
              <a:custGeom>
                <a:avLst/>
                <a:gdLst>
                  <a:gd name="textAreaLeft" fmla="*/ 0 w 33120"/>
                  <a:gd name="textAreaRight" fmla="*/ 33480 w 3312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11" h="11">
                    <a:moveTo>
                      <a:pt x="8" y="2"/>
                    </a:moveTo>
                    <a:cubicBezTo>
                      <a:pt x="10" y="4"/>
                      <a:pt x="11" y="6"/>
                      <a:pt x="9" y="8"/>
                    </a:cubicBezTo>
                    <a:cubicBezTo>
                      <a:pt x="8" y="10"/>
                      <a:pt x="5" y="11"/>
                      <a:pt x="3" y="9"/>
                    </a:cubicBezTo>
                    <a:cubicBezTo>
                      <a:pt x="1" y="8"/>
                      <a:pt x="0" y="5"/>
                      <a:pt x="2" y="3"/>
                    </a:cubicBezTo>
                    <a:cubicBezTo>
                      <a:pt x="3" y="1"/>
                      <a:pt x="6" y="0"/>
                      <a:pt x="8" y="2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560" bIns="16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8" name="Google Shape;2855;p72"/>
              <p:cNvSpPr/>
              <p:nvPr/>
            </p:nvSpPr>
            <p:spPr>
              <a:xfrm>
                <a:off x="6761520" y="2241720"/>
                <a:ext cx="68040" cy="64800"/>
              </a:xfrm>
              <a:custGeom>
                <a:avLst/>
                <a:gdLst>
                  <a:gd name="textAreaLeft" fmla="*/ 0 w 68040"/>
                  <a:gd name="textAreaRight" fmla="*/ 68400 w 68040"/>
                  <a:gd name="textAreaTop" fmla="*/ 0 h 64800"/>
                  <a:gd name="textAreaBottom" fmla="*/ 65160 h 64800"/>
                </a:gdLst>
                <a:ahLst/>
                <a:cxnLst/>
                <a:rect l="textAreaLeft" t="textAreaTop" r="textAreaRight" b="textAreaBottom"/>
                <a:pathLst>
                  <a:path w="22" h="21">
                    <a:moveTo>
                      <a:pt x="17" y="3"/>
                    </a:moveTo>
                    <a:cubicBezTo>
                      <a:pt x="21" y="6"/>
                      <a:pt x="22" y="12"/>
                      <a:pt x="19" y="16"/>
                    </a:cubicBezTo>
                    <a:cubicBezTo>
                      <a:pt x="16" y="21"/>
                      <a:pt x="10" y="21"/>
                      <a:pt x="5" y="18"/>
                    </a:cubicBezTo>
                    <a:cubicBezTo>
                      <a:pt x="1" y="15"/>
                      <a:pt x="0" y="9"/>
                      <a:pt x="4" y="5"/>
                    </a:cubicBezTo>
                    <a:cubicBezTo>
                      <a:pt x="7" y="1"/>
                      <a:pt x="13" y="0"/>
                      <a:pt x="17" y="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400" bIns="32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549" name="Google Shape;2856;p72"/>
            <p:cNvSpPr/>
            <p:nvPr/>
          </p:nvSpPr>
          <p:spPr>
            <a:xfrm>
              <a:off x="6882120" y="1471680"/>
              <a:ext cx="946440" cy="112320"/>
            </a:xfrm>
            <a:custGeom>
              <a:avLst/>
              <a:gdLst>
                <a:gd name="textAreaLeft" fmla="*/ 0 w 946440"/>
                <a:gd name="textAreaRight" fmla="*/ 946800 w 94644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727" h="45">
                  <a:moveTo>
                    <a:pt x="716" y="45"/>
                  </a:moveTo>
                  <a:cubicBezTo>
                    <a:pt x="679" y="45"/>
                    <a:pt x="660" y="39"/>
                    <a:pt x="642" y="33"/>
                  </a:cubicBezTo>
                  <a:cubicBezTo>
                    <a:pt x="625" y="27"/>
                    <a:pt x="608" y="22"/>
                    <a:pt x="575" y="22"/>
                  </a:cubicBezTo>
                  <a:cubicBezTo>
                    <a:pt x="542" y="22"/>
                    <a:pt x="525" y="27"/>
                    <a:pt x="508" y="33"/>
                  </a:cubicBezTo>
                  <a:cubicBezTo>
                    <a:pt x="490" y="39"/>
                    <a:pt x="471" y="45"/>
                    <a:pt x="434" y="45"/>
                  </a:cubicBezTo>
                  <a:cubicBezTo>
                    <a:pt x="397" y="45"/>
                    <a:pt x="378" y="39"/>
                    <a:pt x="360" y="33"/>
                  </a:cubicBezTo>
                  <a:cubicBezTo>
                    <a:pt x="343" y="27"/>
                    <a:pt x="327" y="22"/>
                    <a:pt x="293" y="22"/>
                  </a:cubicBezTo>
                  <a:cubicBezTo>
                    <a:pt x="260" y="22"/>
                    <a:pt x="244" y="27"/>
                    <a:pt x="226" y="33"/>
                  </a:cubicBezTo>
                  <a:cubicBezTo>
                    <a:pt x="208" y="39"/>
                    <a:pt x="189" y="45"/>
                    <a:pt x="152" y="45"/>
                  </a:cubicBezTo>
                  <a:cubicBezTo>
                    <a:pt x="116" y="45"/>
                    <a:pt x="97" y="39"/>
                    <a:pt x="79" y="33"/>
                  </a:cubicBezTo>
                  <a:cubicBezTo>
                    <a:pt x="61" y="27"/>
                    <a:pt x="45" y="22"/>
                    <a:pt x="12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49" y="0"/>
                    <a:pt x="67" y="6"/>
                    <a:pt x="86" y="11"/>
                  </a:cubicBezTo>
                  <a:cubicBezTo>
                    <a:pt x="103" y="17"/>
                    <a:pt x="119" y="22"/>
                    <a:pt x="152" y="22"/>
                  </a:cubicBezTo>
                  <a:cubicBezTo>
                    <a:pt x="186" y="22"/>
                    <a:pt x="202" y="17"/>
                    <a:pt x="219" y="11"/>
                  </a:cubicBezTo>
                  <a:cubicBezTo>
                    <a:pt x="238" y="6"/>
                    <a:pt x="256" y="0"/>
                    <a:pt x="293" y="0"/>
                  </a:cubicBezTo>
                  <a:cubicBezTo>
                    <a:pt x="330" y="0"/>
                    <a:pt x="349" y="6"/>
                    <a:pt x="367" y="11"/>
                  </a:cubicBezTo>
                  <a:cubicBezTo>
                    <a:pt x="384" y="17"/>
                    <a:pt x="401" y="22"/>
                    <a:pt x="434" y="22"/>
                  </a:cubicBezTo>
                  <a:cubicBezTo>
                    <a:pt x="468" y="22"/>
                    <a:pt x="484" y="17"/>
                    <a:pt x="501" y="11"/>
                  </a:cubicBezTo>
                  <a:cubicBezTo>
                    <a:pt x="519" y="6"/>
                    <a:pt x="538" y="0"/>
                    <a:pt x="575" y="0"/>
                  </a:cubicBezTo>
                  <a:cubicBezTo>
                    <a:pt x="612" y="0"/>
                    <a:pt x="631" y="6"/>
                    <a:pt x="649" y="11"/>
                  </a:cubicBezTo>
                  <a:cubicBezTo>
                    <a:pt x="666" y="17"/>
                    <a:pt x="682" y="22"/>
                    <a:pt x="716" y="22"/>
                  </a:cubicBezTo>
                  <a:cubicBezTo>
                    <a:pt x="722" y="22"/>
                    <a:pt x="727" y="27"/>
                    <a:pt x="727" y="33"/>
                  </a:cubicBezTo>
                  <a:cubicBezTo>
                    <a:pt x="727" y="40"/>
                    <a:pt x="722" y="45"/>
                    <a:pt x="716" y="4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0" name="Google Shape;2857;p72"/>
            <p:cNvSpPr/>
            <p:nvPr/>
          </p:nvSpPr>
          <p:spPr>
            <a:xfrm>
              <a:off x="6882120" y="1619280"/>
              <a:ext cx="946440" cy="112320"/>
            </a:xfrm>
            <a:custGeom>
              <a:avLst/>
              <a:gdLst>
                <a:gd name="textAreaLeft" fmla="*/ 0 w 946440"/>
                <a:gd name="textAreaRight" fmla="*/ 946800 w 94644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727" h="45">
                  <a:moveTo>
                    <a:pt x="716" y="45"/>
                  </a:moveTo>
                  <a:cubicBezTo>
                    <a:pt x="679" y="45"/>
                    <a:pt x="660" y="39"/>
                    <a:pt x="642" y="33"/>
                  </a:cubicBezTo>
                  <a:cubicBezTo>
                    <a:pt x="625" y="28"/>
                    <a:pt x="608" y="22"/>
                    <a:pt x="575" y="22"/>
                  </a:cubicBezTo>
                  <a:cubicBezTo>
                    <a:pt x="542" y="22"/>
                    <a:pt x="525" y="28"/>
                    <a:pt x="508" y="33"/>
                  </a:cubicBezTo>
                  <a:cubicBezTo>
                    <a:pt x="490" y="39"/>
                    <a:pt x="471" y="45"/>
                    <a:pt x="434" y="45"/>
                  </a:cubicBezTo>
                  <a:cubicBezTo>
                    <a:pt x="397" y="45"/>
                    <a:pt x="378" y="39"/>
                    <a:pt x="360" y="33"/>
                  </a:cubicBezTo>
                  <a:cubicBezTo>
                    <a:pt x="343" y="28"/>
                    <a:pt x="327" y="22"/>
                    <a:pt x="293" y="22"/>
                  </a:cubicBezTo>
                  <a:cubicBezTo>
                    <a:pt x="260" y="22"/>
                    <a:pt x="244" y="28"/>
                    <a:pt x="226" y="33"/>
                  </a:cubicBezTo>
                  <a:cubicBezTo>
                    <a:pt x="208" y="39"/>
                    <a:pt x="189" y="45"/>
                    <a:pt x="152" y="45"/>
                  </a:cubicBezTo>
                  <a:cubicBezTo>
                    <a:pt x="116" y="45"/>
                    <a:pt x="97" y="39"/>
                    <a:pt x="79" y="33"/>
                  </a:cubicBezTo>
                  <a:cubicBezTo>
                    <a:pt x="61" y="28"/>
                    <a:pt x="45" y="22"/>
                    <a:pt x="12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49" y="0"/>
                    <a:pt x="67" y="6"/>
                    <a:pt x="86" y="12"/>
                  </a:cubicBezTo>
                  <a:cubicBezTo>
                    <a:pt x="103" y="17"/>
                    <a:pt x="119" y="22"/>
                    <a:pt x="152" y="22"/>
                  </a:cubicBezTo>
                  <a:cubicBezTo>
                    <a:pt x="186" y="22"/>
                    <a:pt x="202" y="17"/>
                    <a:pt x="219" y="12"/>
                  </a:cubicBezTo>
                  <a:cubicBezTo>
                    <a:pt x="238" y="6"/>
                    <a:pt x="256" y="0"/>
                    <a:pt x="293" y="0"/>
                  </a:cubicBezTo>
                  <a:cubicBezTo>
                    <a:pt x="330" y="0"/>
                    <a:pt x="349" y="6"/>
                    <a:pt x="367" y="12"/>
                  </a:cubicBezTo>
                  <a:cubicBezTo>
                    <a:pt x="384" y="17"/>
                    <a:pt x="401" y="22"/>
                    <a:pt x="434" y="22"/>
                  </a:cubicBezTo>
                  <a:cubicBezTo>
                    <a:pt x="468" y="22"/>
                    <a:pt x="484" y="17"/>
                    <a:pt x="501" y="12"/>
                  </a:cubicBezTo>
                  <a:cubicBezTo>
                    <a:pt x="519" y="6"/>
                    <a:pt x="538" y="0"/>
                    <a:pt x="575" y="0"/>
                  </a:cubicBezTo>
                  <a:cubicBezTo>
                    <a:pt x="612" y="0"/>
                    <a:pt x="631" y="6"/>
                    <a:pt x="649" y="12"/>
                  </a:cubicBezTo>
                  <a:cubicBezTo>
                    <a:pt x="666" y="17"/>
                    <a:pt x="682" y="22"/>
                    <a:pt x="716" y="22"/>
                  </a:cubicBezTo>
                  <a:cubicBezTo>
                    <a:pt x="722" y="22"/>
                    <a:pt x="727" y="27"/>
                    <a:pt x="727" y="34"/>
                  </a:cubicBezTo>
                  <a:cubicBezTo>
                    <a:pt x="727" y="40"/>
                    <a:pt x="722" y="45"/>
                    <a:pt x="716" y="4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51" name="Google Shape;2858;p72"/>
            <p:cNvGrpSpPr/>
            <p:nvPr/>
          </p:nvGrpSpPr>
          <p:grpSpPr>
            <a:xfrm>
              <a:off x="6490080" y="2265120"/>
              <a:ext cx="1496160" cy="2273400"/>
              <a:chOff x="6490080" y="2265120"/>
              <a:chExt cx="1496160" cy="2273400"/>
            </a:xfrm>
          </p:grpSpPr>
          <p:sp>
            <p:nvSpPr>
              <p:cNvPr id="1552" name="Google Shape;2859;p72"/>
              <p:cNvSpPr/>
              <p:nvPr/>
            </p:nvSpPr>
            <p:spPr>
              <a:xfrm>
                <a:off x="6760080" y="4380840"/>
                <a:ext cx="282600" cy="151560"/>
              </a:xfrm>
              <a:custGeom>
                <a:avLst/>
                <a:gdLst>
                  <a:gd name="textAreaLeft" fmla="*/ 0 w 282600"/>
                  <a:gd name="textAreaRight" fmla="*/ 282960 w 282600"/>
                  <a:gd name="textAreaTop" fmla="*/ 0 h 151560"/>
                  <a:gd name="textAreaBottom" fmla="*/ 151920 h 151560"/>
                </a:gdLst>
                <a:ahLst/>
                <a:cxnLst/>
                <a:rect l="textAreaLeft" t="textAreaTop" r="textAreaRight" b="textAreaBottom"/>
                <a:pathLst>
                  <a:path w="103" h="55">
                    <a:moveTo>
                      <a:pt x="93" y="0"/>
                    </a:moveTo>
                    <a:cubicBezTo>
                      <a:pt x="92" y="18"/>
                      <a:pt x="92" y="18"/>
                      <a:pt x="92" y="18"/>
                    </a:cubicBezTo>
                    <a:cubicBezTo>
                      <a:pt x="92" y="18"/>
                      <a:pt x="103" y="37"/>
                      <a:pt x="102" y="55"/>
                    </a:cubicBezTo>
                    <a:cubicBezTo>
                      <a:pt x="102" y="55"/>
                      <a:pt x="57" y="55"/>
                      <a:pt x="33" y="55"/>
                    </a:cubicBezTo>
                    <a:cubicBezTo>
                      <a:pt x="9" y="55"/>
                      <a:pt x="0" y="42"/>
                      <a:pt x="0" y="38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61" y="11"/>
                      <a:pt x="61" y="11"/>
                      <a:pt x="61" y="11"/>
                    </a:cubicBezTo>
                    <a:cubicBezTo>
                      <a:pt x="62" y="0"/>
                      <a:pt x="62" y="0"/>
                      <a:pt x="62" y="0"/>
                    </a:cubicBez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53" name="Google Shape;2860;p72"/>
              <p:cNvSpPr/>
              <p:nvPr/>
            </p:nvSpPr>
            <p:spPr>
              <a:xfrm>
                <a:off x="7120800" y="4380840"/>
                <a:ext cx="282600" cy="151560"/>
              </a:xfrm>
              <a:custGeom>
                <a:avLst/>
                <a:gdLst>
                  <a:gd name="textAreaLeft" fmla="*/ 0 w 282600"/>
                  <a:gd name="textAreaRight" fmla="*/ 282960 w 282600"/>
                  <a:gd name="textAreaTop" fmla="*/ 0 h 151560"/>
                  <a:gd name="textAreaBottom" fmla="*/ 151920 h 151560"/>
                </a:gdLst>
                <a:ahLst/>
                <a:cxnLst/>
                <a:rect l="textAreaLeft" t="textAreaTop" r="textAreaRight" b="textAreaBottom"/>
                <a:pathLst>
                  <a:path w="103" h="55">
                    <a:moveTo>
                      <a:pt x="94" y="0"/>
                    </a:moveTo>
                    <a:cubicBezTo>
                      <a:pt x="92" y="18"/>
                      <a:pt x="92" y="18"/>
                      <a:pt x="92" y="18"/>
                    </a:cubicBezTo>
                    <a:cubicBezTo>
                      <a:pt x="92" y="18"/>
                      <a:pt x="103" y="37"/>
                      <a:pt x="102" y="55"/>
                    </a:cubicBezTo>
                    <a:cubicBezTo>
                      <a:pt x="102" y="55"/>
                      <a:pt x="57" y="55"/>
                      <a:pt x="33" y="55"/>
                    </a:cubicBezTo>
                    <a:cubicBezTo>
                      <a:pt x="10" y="55"/>
                      <a:pt x="0" y="42"/>
                      <a:pt x="0" y="38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61" y="11"/>
                      <a:pt x="61" y="11"/>
                      <a:pt x="61" y="11"/>
                    </a:cubicBezTo>
                    <a:cubicBezTo>
                      <a:pt x="62" y="0"/>
                      <a:pt x="62" y="0"/>
                      <a:pt x="62" y="0"/>
                    </a:cubicBez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54" name="Google Shape;2861;p72"/>
              <p:cNvSpPr/>
              <p:nvPr/>
            </p:nvSpPr>
            <p:spPr>
              <a:xfrm>
                <a:off x="6902640" y="3358440"/>
                <a:ext cx="877320" cy="1052280"/>
              </a:xfrm>
              <a:custGeom>
                <a:avLst/>
                <a:gdLst>
                  <a:gd name="textAreaLeft" fmla="*/ 0 w 877320"/>
                  <a:gd name="textAreaRight" fmla="*/ 877680 w 877320"/>
                  <a:gd name="textAreaTop" fmla="*/ 0 h 1052280"/>
                  <a:gd name="textAreaBottom" fmla="*/ 1052640 h 1052280"/>
                </a:gdLst>
                <a:ahLst/>
                <a:cxnLst/>
                <a:rect l="textAreaLeft" t="textAreaTop" r="textAreaRight" b="textAreaBottom"/>
                <a:pathLst>
                  <a:path w="319" h="382">
                    <a:moveTo>
                      <a:pt x="307" y="0"/>
                    </a:moveTo>
                    <a:cubicBezTo>
                      <a:pt x="307" y="0"/>
                      <a:pt x="319" y="20"/>
                      <a:pt x="319" y="59"/>
                    </a:cubicBezTo>
                    <a:cubicBezTo>
                      <a:pt x="319" y="98"/>
                      <a:pt x="296" y="121"/>
                      <a:pt x="257" y="121"/>
                    </a:cubicBezTo>
                    <a:cubicBezTo>
                      <a:pt x="218" y="121"/>
                      <a:pt x="107" y="121"/>
                      <a:pt x="107" y="121"/>
                    </a:cubicBezTo>
                    <a:cubicBezTo>
                      <a:pt x="107" y="121"/>
                      <a:pt x="92" y="262"/>
                      <a:pt x="45" y="382"/>
                    </a:cubicBezTo>
                    <a:cubicBezTo>
                      <a:pt x="0" y="382"/>
                      <a:pt x="0" y="382"/>
                      <a:pt x="0" y="382"/>
                    </a:cubicBezTo>
                    <a:cubicBezTo>
                      <a:pt x="0" y="382"/>
                      <a:pt x="27" y="140"/>
                      <a:pt x="31" y="105"/>
                    </a:cubicBezTo>
                    <a:cubicBezTo>
                      <a:pt x="35" y="71"/>
                      <a:pt x="56" y="30"/>
                      <a:pt x="94" y="30"/>
                    </a:cubicBezTo>
                    <a:cubicBezTo>
                      <a:pt x="133" y="30"/>
                      <a:pt x="212" y="30"/>
                      <a:pt x="212" y="30"/>
                    </a:cubicBezTo>
                    <a:cubicBezTo>
                      <a:pt x="225" y="3"/>
                      <a:pt x="225" y="3"/>
                      <a:pt x="225" y="3"/>
                    </a:cubicBezTo>
                    <a:lnTo>
                      <a:pt x="30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55" name="Google Shape;2862;p72"/>
              <p:cNvSpPr/>
              <p:nvPr/>
            </p:nvSpPr>
            <p:spPr>
              <a:xfrm>
                <a:off x="7263360" y="3358440"/>
                <a:ext cx="698760" cy="1052280"/>
              </a:xfrm>
              <a:custGeom>
                <a:avLst/>
                <a:gdLst>
                  <a:gd name="textAreaLeft" fmla="*/ 0 w 698760"/>
                  <a:gd name="textAreaRight" fmla="*/ 699120 w 698760"/>
                  <a:gd name="textAreaTop" fmla="*/ 0 h 1052280"/>
                  <a:gd name="textAreaBottom" fmla="*/ 1052640 h 1052280"/>
                </a:gdLst>
                <a:ahLst/>
                <a:cxnLst/>
                <a:rect l="textAreaLeft" t="textAreaTop" r="textAreaRight" b="textAreaBottom"/>
                <a:pathLst>
                  <a:path w="254" h="382">
                    <a:moveTo>
                      <a:pt x="242" y="0"/>
                    </a:moveTo>
                    <a:cubicBezTo>
                      <a:pt x="242" y="0"/>
                      <a:pt x="254" y="20"/>
                      <a:pt x="254" y="59"/>
                    </a:cubicBezTo>
                    <a:cubicBezTo>
                      <a:pt x="254" y="98"/>
                      <a:pt x="231" y="121"/>
                      <a:pt x="192" y="121"/>
                    </a:cubicBezTo>
                    <a:cubicBezTo>
                      <a:pt x="153" y="121"/>
                      <a:pt x="107" y="121"/>
                      <a:pt x="107" y="121"/>
                    </a:cubicBezTo>
                    <a:cubicBezTo>
                      <a:pt x="107" y="121"/>
                      <a:pt x="92" y="262"/>
                      <a:pt x="46" y="382"/>
                    </a:cubicBezTo>
                    <a:cubicBezTo>
                      <a:pt x="0" y="382"/>
                      <a:pt x="0" y="382"/>
                      <a:pt x="0" y="382"/>
                    </a:cubicBezTo>
                    <a:cubicBezTo>
                      <a:pt x="0" y="382"/>
                      <a:pt x="27" y="140"/>
                      <a:pt x="31" y="105"/>
                    </a:cubicBezTo>
                    <a:cubicBezTo>
                      <a:pt x="35" y="71"/>
                      <a:pt x="56" y="30"/>
                      <a:pt x="95" y="30"/>
                    </a:cubicBezTo>
                    <a:cubicBezTo>
                      <a:pt x="133" y="30"/>
                      <a:pt x="144" y="30"/>
                      <a:pt x="144" y="30"/>
                    </a:cubicBezTo>
                    <a:cubicBezTo>
                      <a:pt x="150" y="3"/>
                      <a:pt x="150" y="3"/>
                      <a:pt x="150" y="3"/>
                    </a:cubicBez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56" name="Google Shape;2863;p72"/>
              <p:cNvSpPr/>
              <p:nvPr/>
            </p:nvSpPr>
            <p:spPr>
              <a:xfrm>
                <a:off x="6944400" y="2965320"/>
                <a:ext cx="505080" cy="302400"/>
              </a:xfrm>
              <a:custGeom>
                <a:avLst/>
                <a:gdLst>
                  <a:gd name="textAreaLeft" fmla="*/ 0 w 505080"/>
                  <a:gd name="textAreaRight" fmla="*/ 505440 w 50508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184" h="110">
                    <a:moveTo>
                      <a:pt x="184" y="0"/>
                    </a:moveTo>
                    <a:cubicBezTo>
                      <a:pt x="149" y="110"/>
                      <a:pt x="149" y="110"/>
                      <a:pt x="149" y="110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0"/>
                      <a:pt x="19" y="79"/>
                      <a:pt x="48" y="89"/>
                    </a:cubicBezTo>
                    <a:cubicBezTo>
                      <a:pt x="48" y="89"/>
                      <a:pt x="83" y="72"/>
                      <a:pt x="112" y="71"/>
                    </a:cubicBezTo>
                    <a:cubicBezTo>
                      <a:pt x="116" y="71"/>
                      <a:pt x="120" y="68"/>
                      <a:pt x="121" y="64"/>
                    </a:cubicBezTo>
                    <a:cubicBezTo>
                      <a:pt x="144" y="0"/>
                      <a:pt x="144" y="0"/>
                      <a:pt x="144" y="0"/>
                    </a:cubicBezTo>
                    <a:lnTo>
                      <a:pt x="184" y="0"/>
                    </a:lnTo>
                    <a:close/>
                  </a:path>
                </a:pathLst>
              </a:custGeom>
              <a:solidFill>
                <a:srgbClr val="8B6E6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57" name="Google Shape;2864;p72"/>
              <p:cNvSpPr/>
              <p:nvPr/>
            </p:nvSpPr>
            <p:spPr>
              <a:xfrm>
                <a:off x="7315560" y="2700000"/>
                <a:ext cx="198000" cy="28944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289440"/>
                  <a:gd name="textAreaBottom" fmla="*/ 289800 h 289440"/>
                </a:gdLst>
                <a:ahLst/>
                <a:cxnLst/>
                <a:rect l="textAreaLeft" t="textAreaTop" r="textAreaRight" b="textAreaBottom"/>
                <a:pathLst>
                  <a:path w="72" h="105">
                    <a:moveTo>
                      <a:pt x="51" y="8"/>
                    </a:moveTo>
                    <a:cubicBezTo>
                      <a:pt x="26" y="20"/>
                      <a:pt x="0" y="105"/>
                      <a:pt x="0" y="105"/>
                    </a:cubicBezTo>
                    <a:cubicBezTo>
                      <a:pt x="51" y="105"/>
                      <a:pt x="51" y="105"/>
                      <a:pt x="51" y="105"/>
                    </a:cubicBezTo>
                    <a:cubicBezTo>
                      <a:pt x="67" y="60"/>
                      <a:pt x="67" y="60"/>
                      <a:pt x="67" y="60"/>
                    </a:cubicBezTo>
                    <a:cubicBezTo>
                      <a:pt x="72" y="49"/>
                      <a:pt x="67" y="0"/>
                      <a:pt x="51" y="8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58" name="Google Shape;2865;p72"/>
              <p:cNvSpPr/>
              <p:nvPr/>
            </p:nvSpPr>
            <p:spPr>
              <a:xfrm>
                <a:off x="7455600" y="2631600"/>
                <a:ext cx="530640" cy="757800"/>
              </a:xfrm>
              <a:custGeom>
                <a:avLst/>
                <a:gdLst>
                  <a:gd name="textAreaLeft" fmla="*/ 0 w 530640"/>
                  <a:gd name="textAreaRight" fmla="*/ 531000 w 530640"/>
                  <a:gd name="textAreaTop" fmla="*/ 0 h 757800"/>
                  <a:gd name="textAreaBottom" fmla="*/ 758160 h 757800"/>
                </a:gdLst>
                <a:ahLst/>
                <a:cxnLst/>
                <a:rect l="textAreaLeft" t="textAreaTop" r="textAreaRight" b="textAreaBottom"/>
                <a:pathLst>
                  <a:path w="193" h="275">
                    <a:moveTo>
                      <a:pt x="98" y="0"/>
                    </a:moveTo>
                    <a:cubicBezTo>
                      <a:pt x="98" y="0"/>
                      <a:pt x="153" y="13"/>
                      <a:pt x="171" y="30"/>
                    </a:cubicBezTo>
                    <a:cubicBezTo>
                      <a:pt x="190" y="48"/>
                      <a:pt x="182" y="188"/>
                      <a:pt x="180" y="209"/>
                    </a:cubicBezTo>
                    <a:cubicBezTo>
                      <a:pt x="179" y="231"/>
                      <a:pt x="193" y="245"/>
                      <a:pt x="192" y="257"/>
                    </a:cubicBezTo>
                    <a:cubicBezTo>
                      <a:pt x="190" y="270"/>
                      <a:pt x="182" y="275"/>
                      <a:pt x="149" y="275"/>
                    </a:cubicBezTo>
                    <a:cubicBezTo>
                      <a:pt x="117" y="275"/>
                      <a:pt x="18" y="275"/>
                      <a:pt x="18" y="275"/>
                    </a:cubicBezTo>
                    <a:cubicBezTo>
                      <a:pt x="18" y="275"/>
                      <a:pt x="9" y="157"/>
                      <a:pt x="5" y="97"/>
                    </a:cubicBezTo>
                    <a:cubicBezTo>
                      <a:pt x="3" y="72"/>
                      <a:pt x="0" y="33"/>
                      <a:pt x="0" y="33"/>
                    </a:cubicBezTo>
                    <a:cubicBezTo>
                      <a:pt x="0" y="33"/>
                      <a:pt x="53" y="9"/>
                      <a:pt x="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59" name="Google Shape;2866;p72"/>
              <p:cNvSpPr/>
              <p:nvPr/>
            </p:nvSpPr>
            <p:spPr>
              <a:xfrm>
                <a:off x="7585560" y="2631600"/>
                <a:ext cx="172440" cy="87840"/>
              </a:xfrm>
              <a:custGeom>
                <a:avLst/>
                <a:gdLst>
                  <a:gd name="textAreaLeft" fmla="*/ 0 w 172440"/>
                  <a:gd name="textAreaRight" fmla="*/ 172800 w 1724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63" h="32">
                    <a:moveTo>
                      <a:pt x="51" y="0"/>
                    </a:moveTo>
                    <a:cubicBezTo>
                      <a:pt x="34" y="4"/>
                      <a:pt x="17" y="9"/>
                      <a:pt x="1" y="14"/>
                    </a:cubicBezTo>
                    <a:cubicBezTo>
                      <a:pt x="0" y="25"/>
                      <a:pt x="7" y="32"/>
                      <a:pt x="22" y="31"/>
                    </a:cubicBezTo>
                    <a:cubicBezTo>
                      <a:pt x="38" y="29"/>
                      <a:pt x="56" y="14"/>
                      <a:pt x="63" y="4"/>
                    </a:cubicBezTo>
                    <a:cubicBezTo>
                      <a:pt x="56" y="1"/>
                      <a:pt x="51" y="0"/>
                      <a:pt x="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920" bIns="43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0" name="Google Shape;2867;p72"/>
              <p:cNvSpPr/>
              <p:nvPr/>
            </p:nvSpPr>
            <p:spPr>
              <a:xfrm>
                <a:off x="7449840" y="2331360"/>
                <a:ext cx="277920" cy="354240"/>
              </a:xfrm>
              <a:custGeom>
                <a:avLst/>
                <a:gdLst>
                  <a:gd name="textAreaLeft" fmla="*/ 0 w 277920"/>
                  <a:gd name="textAreaRight" fmla="*/ 278280 w 277920"/>
                  <a:gd name="textAreaTop" fmla="*/ 0 h 354240"/>
                  <a:gd name="textAreaBottom" fmla="*/ 354600 h 354240"/>
                </a:gdLst>
                <a:ahLst/>
                <a:cxnLst/>
                <a:rect l="textAreaLeft" t="textAreaTop" r="textAreaRight" b="textAreaBottom"/>
                <a:pathLst>
                  <a:path w="101" h="129">
                    <a:moveTo>
                      <a:pt x="0" y="57"/>
                    </a:moveTo>
                    <a:cubicBezTo>
                      <a:pt x="0" y="57"/>
                      <a:pt x="18" y="99"/>
                      <a:pt x="26" y="108"/>
                    </a:cubicBezTo>
                    <a:cubicBezTo>
                      <a:pt x="33" y="117"/>
                      <a:pt x="55" y="109"/>
                      <a:pt x="55" y="109"/>
                    </a:cubicBezTo>
                    <a:cubicBezTo>
                      <a:pt x="58" y="122"/>
                      <a:pt x="58" y="122"/>
                      <a:pt x="58" y="122"/>
                    </a:cubicBezTo>
                    <a:cubicBezTo>
                      <a:pt x="59" y="126"/>
                      <a:pt x="63" y="129"/>
                      <a:pt x="68" y="129"/>
                    </a:cubicBezTo>
                    <a:cubicBezTo>
                      <a:pt x="76" y="128"/>
                      <a:pt x="88" y="124"/>
                      <a:pt x="100" y="109"/>
                    </a:cubicBezTo>
                    <a:cubicBezTo>
                      <a:pt x="90" y="71"/>
                      <a:pt x="90" y="71"/>
                      <a:pt x="90" y="71"/>
                    </a:cubicBezTo>
                    <a:cubicBezTo>
                      <a:pt x="90" y="71"/>
                      <a:pt x="101" y="55"/>
                      <a:pt x="91" y="46"/>
                    </a:cubicBezTo>
                    <a:cubicBezTo>
                      <a:pt x="91" y="46"/>
                      <a:pt x="79" y="16"/>
                      <a:pt x="71" y="10"/>
                    </a:cubicBezTo>
                    <a:cubicBezTo>
                      <a:pt x="52" y="0"/>
                      <a:pt x="15" y="9"/>
                      <a:pt x="0" y="57"/>
                    </a:cubicBezTo>
                    <a:close/>
                  </a:path>
                </a:pathLst>
              </a:custGeom>
              <a:solidFill>
                <a:srgbClr val="8B6E6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1" name="Google Shape;2868;p72"/>
              <p:cNvSpPr/>
              <p:nvPr/>
            </p:nvSpPr>
            <p:spPr>
              <a:xfrm>
                <a:off x="7219080" y="2965320"/>
                <a:ext cx="678960" cy="302400"/>
              </a:xfrm>
              <a:custGeom>
                <a:avLst/>
                <a:gdLst>
                  <a:gd name="textAreaLeft" fmla="*/ 0 w 678960"/>
                  <a:gd name="textAreaRight" fmla="*/ 679320 w 6789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47" h="110">
                    <a:moveTo>
                      <a:pt x="247" y="0"/>
                    </a:moveTo>
                    <a:cubicBezTo>
                      <a:pt x="218" y="88"/>
                      <a:pt x="218" y="88"/>
                      <a:pt x="218" y="88"/>
                    </a:cubicBezTo>
                    <a:cubicBezTo>
                      <a:pt x="214" y="101"/>
                      <a:pt x="202" y="110"/>
                      <a:pt x="189" y="110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0"/>
                      <a:pt x="6" y="76"/>
                      <a:pt x="47" y="88"/>
                    </a:cubicBezTo>
                    <a:cubicBezTo>
                      <a:pt x="157" y="73"/>
                      <a:pt x="157" y="73"/>
                      <a:pt x="157" y="73"/>
                    </a:cubicBezTo>
                    <a:cubicBezTo>
                      <a:pt x="163" y="72"/>
                      <a:pt x="169" y="67"/>
                      <a:pt x="171" y="61"/>
                    </a:cubicBezTo>
                    <a:cubicBezTo>
                      <a:pt x="191" y="0"/>
                      <a:pt x="191" y="0"/>
                      <a:pt x="191" y="0"/>
                    </a:cubicBezTo>
                    <a:lnTo>
                      <a:pt x="247" y="0"/>
                    </a:lnTo>
                    <a:close/>
                  </a:path>
                </a:pathLst>
              </a:custGeom>
              <a:solidFill>
                <a:srgbClr val="8B6E6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2" name="Google Shape;2869;p72"/>
              <p:cNvSpPr/>
              <p:nvPr/>
            </p:nvSpPr>
            <p:spPr>
              <a:xfrm>
                <a:off x="7357320" y="2265120"/>
                <a:ext cx="376560" cy="277920"/>
              </a:xfrm>
              <a:custGeom>
                <a:avLst/>
                <a:gdLst>
                  <a:gd name="textAreaLeft" fmla="*/ 0 w 376560"/>
                  <a:gd name="textAreaRight" fmla="*/ 376920 w 376560"/>
                  <a:gd name="textAreaTop" fmla="*/ 0 h 277920"/>
                  <a:gd name="textAreaBottom" fmla="*/ 278280 h 277920"/>
                </a:gdLst>
                <a:ahLst/>
                <a:cxnLst/>
                <a:rect l="textAreaLeft" t="textAreaTop" r="textAreaRight" b="textAreaBottom"/>
                <a:pathLst>
                  <a:path w="137" h="101">
                    <a:moveTo>
                      <a:pt x="11" y="85"/>
                    </a:moveTo>
                    <a:cubicBezTo>
                      <a:pt x="23" y="101"/>
                      <a:pt x="63" y="86"/>
                      <a:pt x="88" y="49"/>
                    </a:cubicBezTo>
                    <a:cubicBezTo>
                      <a:pt x="99" y="69"/>
                      <a:pt x="116" y="77"/>
                      <a:pt x="116" y="77"/>
                    </a:cubicBezTo>
                    <a:cubicBezTo>
                      <a:pt x="116" y="77"/>
                      <a:pt x="116" y="67"/>
                      <a:pt x="125" y="70"/>
                    </a:cubicBezTo>
                    <a:cubicBezTo>
                      <a:pt x="125" y="70"/>
                      <a:pt x="137" y="49"/>
                      <a:pt x="127" y="30"/>
                    </a:cubicBezTo>
                    <a:cubicBezTo>
                      <a:pt x="117" y="10"/>
                      <a:pt x="98" y="19"/>
                      <a:pt x="98" y="19"/>
                    </a:cubicBezTo>
                    <a:cubicBezTo>
                      <a:pt x="98" y="19"/>
                      <a:pt x="66" y="0"/>
                      <a:pt x="34" y="22"/>
                    </a:cubicBezTo>
                    <a:cubicBezTo>
                      <a:pt x="1" y="44"/>
                      <a:pt x="0" y="70"/>
                      <a:pt x="11" y="85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3" name="Google Shape;2870;p72"/>
              <p:cNvSpPr/>
              <p:nvPr/>
            </p:nvSpPr>
            <p:spPr>
              <a:xfrm>
                <a:off x="7717680" y="2689560"/>
                <a:ext cx="241920" cy="299880"/>
              </a:xfrm>
              <a:custGeom>
                <a:avLst/>
                <a:gdLst>
                  <a:gd name="textAreaLeft" fmla="*/ 0 w 241920"/>
                  <a:gd name="textAreaRight" fmla="*/ 242280 w 241920"/>
                  <a:gd name="textAreaTop" fmla="*/ 0 h 299880"/>
                  <a:gd name="textAreaBottom" fmla="*/ 300240 h 299880"/>
                </a:gdLst>
                <a:ahLst/>
                <a:cxnLst/>
                <a:rect l="textAreaLeft" t="textAreaTop" r="textAreaRight" b="textAreaBottom"/>
                <a:pathLst>
                  <a:path w="88" h="109">
                    <a:moveTo>
                      <a:pt x="62" y="0"/>
                    </a:moveTo>
                    <a:cubicBezTo>
                      <a:pt x="30" y="2"/>
                      <a:pt x="0" y="109"/>
                      <a:pt x="0" y="109"/>
                    </a:cubicBezTo>
                    <a:cubicBezTo>
                      <a:pt x="68" y="109"/>
                      <a:pt x="68" y="109"/>
                      <a:pt x="68" y="109"/>
                    </a:cubicBezTo>
                    <a:cubicBezTo>
                      <a:pt x="88" y="61"/>
                      <a:pt x="88" y="61"/>
                      <a:pt x="88" y="61"/>
                    </a:cubicBezTo>
                    <a:cubicBezTo>
                      <a:pt x="86" y="36"/>
                      <a:pt x="83" y="15"/>
                      <a:pt x="76" y="9"/>
                    </a:cubicBezTo>
                    <a:cubicBezTo>
                      <a:pt x="73" y="6"/>
                      <a:pt x="68" y="3"/>
                      <a:pt x="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4" name="Google Shape;2871;p72"/>
              <p:cNvSpPr/>
              <p:nvPr/>
            </p:nvSpPr>
            <p:spPr>
              <a:xfrm>
                <a:off x="6608160" y="2854080"/>
                <a:ext cx="596880" cy="383400"/>
              </a:xfrm>
              <a:custGeom>
                <a:avLst/>
                <a:gdLst>
                  <a:gd name="textAreaLeft" fmla="*/ 0 w 596880"/>
                  <a:gd name="textAreaRight" fmla="*/ 597240 w 596880"/>
                  <a:gd name="textAreaTop" fmla="*/ 0 h 383400"/>
                  <a:gd name="textAreaBottom" fmla="*/ 383760 h 383400"/>
                </a:gdLst>
                <a:ahLst/>
                <a:cxnLst/>
                <a:rect l="textAreaLeft" t="textAreaTop" r="textAreaRight" b="textAreaBottom"/>
                <a:pathLst>
                  <a:path w="217" h="139">
                    <a:moveTo>
                      <a:pt x="208" y="139"/>
                    </a:moveTo>
                    <a:cubicBezTo>
                      <a:pt x="30" y="139"/>
                      <a:pt x="30" y="139"/>
                      <a:pt x="30" y="139"/>
                    </a:cubicBezTo>
                    <a:cubicBezTo>
                      <a:pt x="26" y="139"/>
                      <a:pt x="23" y="136"/>
                      <a:pt x="22" y="132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87" y="0"/>
                      <a:pt x="187" y="0"/>
                      <a:pt x="187" y="0"/>
                    </a:cubicBezTo>
                    <a:cubicBezTo>
                      <a:pt x="191" y="0"/>
                      <a:pt x="194" y="3"/>
                      <a:pt x="195" y="7"/>
                    </a:cubicBezTo>
                    <a:cubicBezTo>
                      <a:pt x="216" y="129"/>
                      <a:pt x="216" y="129"/>
                      <a:pt x="216" y="129"/>
                    </a:cubicBezTo>
                    <a:cubicBezTo>
                      <a:pt x="217" y="134"/>
                      <a:pt x="213" y="139"/>
                      <a:pt x="208" y="13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5" name="Google Shape;2872;p72"/>
              <p:cNvSpPr/>
              <p:nvPr/>
            </p:nvSpPr>
            <p:spPr>
              <a:xfrm>
                <a:off x="6671880" y="3237840"/>
                <a:ext cx="808920" cy="29880"/>
              </a:xfrm>
              <a:custGeom>
                <a:avLst/>
                <a:gdLst>
                  <a:gd name="textAreaLeft" fmla="*/ 0 w 808920"/>
                  <a:gd name="textAreaRight" fmla="*/ 809280 w 808920"/>
                  <a:gd name="textAreaTop" fmla="*/ 0 h 29880"/>
                  <a:gd name="textAreaBottom" fmla="*/ 30240 h 29880"/>
                </a:gdLst>
                <a:ahLst/>
                <a:cxnLst/>
                <a:rect l="textAreaLeft" t="textAreaTop" r="textAreaRight" b="textAreaBottom"/>
                <a:pathLst>
                  <a:path w="294" h="11">
                    <a:moveTo>
                      <a:pt x="283" y="11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5" y="11"/>
                      <a:pt x="0" y="6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4" y="0"/>
                      <a:pt x="294" y="0"/>
                      <a:pt x="294" y="0"/>
                    </a:cubicBezTo>
                    <a:cubicBezTo>
                      <a:pt x="294" y="0"/>
                      <a:pt x="294" y="0"/>
                      <a:pt x="294" y="0"/>
                    </a:cubicBezTo>
                    <a:cubicBezTo>
                      <a:pt x="294" y="6"/>
                      <a:pt x="289" y="11"/>
                      <a:pt x="283" y="1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120" bIns="151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6" name="Google Shape;2873;p72"/>
              <p:cNvSpPr/>
              <p:nvPr/>
            </p:nvSpPr>
            <p:spPr>
              <a:xfrm>
                <a:off x="6822720" y="2981520"/>
                <a:ext cx="12132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7" name="Google Shape;2874;p72"/>
              <p:cNvSpPr/>
              <p:nvPr/>
            </p:nvSpPr>
            <p:spPr>
              <a:xfrm>
                <a:off x="6490080" y="3420000"/>
                <a:ext cx="247680" cy="1118520"/>
              </a:xfrm>
              <a:custGeom>
                <a:avLst/>
                <a:gdLst>
                  <a:gd name="textAreaLeft" fmla="*/ 0 w 247680"/>
                  <a:gd name="textAreaRight" fmla="*/ 248040 w 247680"/>
                  <a:gd name="textAreaTop" fmla="*/ 0 h 1118520"/>
                  <a:gd name="textAreaBottom" fmla="*/ 1118880 h 1118520"/>
                </a:gdLst>
                <a:ahLst/>
                <a:cxnLst/>
                <a:rect l="textAreaLeft" t="textAreaTop" r="textAreaRight" b="textAreaBottom"/>
                <a:pathLst>
                  <a:path w="214" h="965">
                    <a:moveTo>
                      <a:pt x="128" y="0"/>
                    </a:moveTo>
                    <a:lnTo>
                      <a:pt x="0" y="965"/>
                    </a:lnTo>
                    <a:lnTo>
                      <a:pt x="36" y="965"/>
                    </a:lnTo>
                    <a:lnTo>
                      <a:pt x="214" y="0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8" name="Google Shape;2875;p72"/>
              <p:cNvSpPr/>
              <p:nvPr/>
            </p:nvSpPr>
            <p:spPr>
              <a:xfrm>
                <a:off x="7668000" y="3420000"/>
                <a:ext cx="247680" cy="1118520"/>
              </a:xfrm>
              <a:custGeom>
                <a:avLst/>
                <a:gdLst>
                  <a:gd name="textAreaLeft" fmla="*/ 0 w 247680"/>
                  <a:gd name="textAreaRight" fmla="*/ 248040 w 247680"/>
                  <a:gd name="textAreaTop" fmla="*/ 0 h 1118520"/>
                  <a:gd name="textAreaBottom" fmla="*/ 1118880 h 1118520"/>
                </a:gdLst>
                <a:ahLst/>
                <a:cxnLst/>
                <a:rect l="textAreaLeft" t="textAreaTop" r="textAreaRight" b="textAreaBottom"/>
                <a:pathLst>
                  <a:path w="214" h="965">
                    <a:moveTo>
                      <a:pt x="85" y="0"/>
                    </a:moveTo>
                    <a:lnTo>
                      <a:pt x="214" y="965"/>
                    </a:lnTo>
                    <a:lnTo>
                      <a:pt x="178" y="965"/>
                    </a:lnTo>
                    <a:lnTo>
                      <a:pt x="0" y="0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9" name="Google Shape;2876;p72"/>
              <p:cNvSpPr/>
              <p:nvPr/>
            </p:nvSpPr>
            <p:spPr>
              <a:xfrm>
                <a:off x="6591960" y="3268080"/>
                <a:ext cx="1221480" cy="518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0" name="Google Shape;2877;p72"/>
              <p:cNvSpPr/>
              <p:nvPr/>
            </p:nvSpPr>
            <p:spPr>
              <a:xfrm>
                <a:off x="6619680" y="3320280"/>
                <a:ext cx="1168200" cy="140040"/>
              </a:xfrm>
              <a:custGeom>
                <a:avLst/>
                <a:gdLst>
                  <a:gd name="textAreaLeft" fmla="*/ 0 w 1168200"/>
                  <a:gd name="textAreaRight" fmla="*/ 1168560 w 1168200"/>
                  <a:gd name="textAreaTop" fmla="*/ 0 h 140040"/>
                  <a:gd name="textAreaBottom" fmla="*/ 140400 h 140040"/>
                </a:gdLst>
                <a:ahLst/>
                <a:cxnLst/>
                <a:rect l="textAreaLeft" t="textAreaTop" r="textAreaRight" b="textAreaBottom"/>
                <a:pathLst>
                  <a:path w="1008" h="121">
                    <a:moveTo>
                      <a:pt x="1008" y="121"/>
                    </a:moveTo>
                    <a:lnTo>
                      <a:pt x="0" y="121"/>
                    </a:lnTo>
                    <a:lnTo>
                      <a:pt x="14" y="0"/>
                    </a:lnTo>
                    <a:lnTo>
                      <a:pt x="992" y="0"/>
                    </a:lnTo>
                    <a:lnTo>
                      <a:pt x="1008" y="121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4C9DCC8-26D5-87A0-9146-C00C65E8AA29}"/>
              </a:ext>
            </a:extLst>
          </p:cNvPr>
          <p:cNvSpPr txBox="1"/>
          <p:nvPr/>
        </p:nvSpPr>
        <p:spPr>
          <a:xfrm>
            <a:off x="623520" y="3390900"/>
            <a:ext cx="3948480" cy="953760"/>
          </a:xfrm>
          <a:prstGeom prst="rect">
            <a:avLst/>
          </a:prstGeom>
          <a:solidFill>
            <a:srgbClr val="FFFEF4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sign Inspiration for High School by Slidesgo">
  <a:themeElements>
    <a:clrScheme name="Simple Light">
      <a:dk1>
        <a:srgbClr val="325D79"/>
      </a:dk1>
      <a:lt1>
        <a:srgbClr val="FFFEF4"/>
      </a:lt1>
      <a:dk2>
        <a:srgbClr val="4D8DB6"/>
      </a:dk2>
      <a:lt2>
        <a:srgbClr val="4EB6FA"/>
      </a:lt2>
      <a:accent1>
        <a:srgbClr val="00A19A"/>
      </a:accent1>
      <a:accent2>
        <a:srgbClr val="D4E69F"/>
      </a:accent2>
      <a:accent3>
        <a:srgbClr val="FF73AE"/>
      </a:accent3>
      <a:accent4>
        <a:srgbClr val="F0D2E0"/>
      </a:accent4>
      <a:accent5>
        <a:srgbClr val="B5B5B5"/>
      </a:accent5>
      <a:accent6>
        <a:srgbClr val="FFFFFF"/>
      </a:accent6>
      <a:hlink>
        <a:srgbClr val="325D7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sign Inspiration for High School by Slidesgo">
  <a:themeElements>
    <a:clrScheme name="Simple Light">
      <a:dk1>
        <a:srgbClr val="325D79"/>
      </a:dk1>
      <a:lt1>
        <a:srgbClr val="FFFEF4"/>
      </a:lt1>
      <a:dk2>
        <a:srgbClr val="4D8DB6"/>
      </a:dk2>
      <a:lt2>
        <a:srgbClr val="4EB6FA"/>
      </a:lt2>
      <a:accent1>
        <a:srgbClr val="00A19A"/>
      </a:accent1>
      <a:accent2>
        <a:srgbClr val="D4E69F"/>
      </a:accent2>
      <a:accent3>
        <a:srgbClr val="FF73AE"/>
      </a:accent3>
      <a:accent4>
        <a:srgbClr val="F0D2E0"/>
      </a:accent4>
      <a:accent5>
        <a:srgbClr val="B5B5B5"/>
      </a:accent5>
      <a:accent6>
        <a:srgbClr val="FFFFFF"/>
      </a:accent6>
      <a:hlink>
        <a:srgbClr val="325D7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383</Words>
  <Application>Microsoft Office PowerPoint</Application>
  <PresentationFormat>On-screen Show (16:9)</PresentationFormat>
  <Paragraphs>68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Bahnschrift SemiBold</vt:lpstr>
      <vt:lpstr>Calibri</vt:lpstr>
      <vt:lpstr>DM Sans</vt:lpstr>
      <vt:lpstr>Eras Light ITC</vt:lpstr>
      <vt:lpstr>OpenSymbol</vt:lpstr>
      <vt:lpstr>Plus Jakarta Sans ExtraBold</vt:lpstr>
      <vt:lpstr>Poppins ExtraBold</vt:lpstr>
      <vt:lpstr>Symbol</vt:lpstr>
      <vt:lpstr>Wingdings</vt:lpstr>
      <vt:lpstr>Design Inspiration for High School by Slidesgo</vt:lpstr>
      <vt:lpstr>Design Inspiration for High School by Slidesgo</vt:lpstr>
      <vt:lpstr>Slidesgo Final Pages</vt:lpstr>
      <vt:lpstr>PowerPoint Presentation</vt:lpstr>
      <vt:lpstr>Smart  Sales &amp; Customer Analysis Dashboard Using Python &amp; Tableau</vt:lpstr>
      <vt:lpstr>Introduction</vt:lpstr>
      <vt:lpstr>Literature Review</vt:lpstr>
      <vt:lpstr>PowerPoint Presentation</vt:lpstr>
      <vt:lpstr>PowerPoint Presentation</vt:lpstr>
      <vt:lpstr>Machine Learning Models for Prediction</vt:lpstr>
      <vt:lpstr>PowerPoint Presentation</vt:lpstr>
      <vt:lpstr>PowerPoint Presentation</vt:lpstr>
      <vt:lpstr>Flowchart</vt:lpstr>
      <vt:lpstr>Conclusions</vt:lpstr>
      <vt:lpstr>Thank You..!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Bhoomika R</cp:lastModifiedBy>
  <cp:revision>10</cp:revision>
  <dcterms:modified xsi:type="dcterms:W3CDTF">2026-03-22T08:20:00Z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2026-01-31T21:03:53Z</dcterms:created>
  <dc:creator>Unknown Creator</dc:creator>
  <dc:description/>
  <dc:language>en-US</dc:language>
  <cp:lastModifiedBy>Unknown Creator</cp:lastModifiedBy>
  <dcterms:modified xsi:type="dcterms:W3CDTF">2026-01-31T21:03:53Z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